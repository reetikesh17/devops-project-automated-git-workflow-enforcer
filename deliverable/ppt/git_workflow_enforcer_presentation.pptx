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24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23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24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23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D4A574-7FAF-4894-B392-FF77D933AE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F95BD93-C6D8-4A2B-A198-E28423D6AE77}">
      <dgm:prSet/>
      <dgm:spPr/>
      <dgm:t>
        <a:bodyPr/>
        <a:lstStyle/>
        <a:p>
          <a:r>
            <a:rPr lang="en-US" dirty="0"/>
            <a:t>Inconsistent branch naming conventions</a:t>
          </a:r>
        </a:p>
      </dgm:t>
    </dgm:pt>
    <dgm:pt modelId="{06E908E0-70FA-4FA4-A315-3B43D7E46ABD}" type="parTrans" cxnId="{4BCA1EF9-C6F2-4209-8395-5C1EB1E8FDAA}">
      <dgm:prSet/>
      <dgm:spPr/>
      <dgm:t>
        <a:bodyPr/>
        <a:lstStyle/>
        <a:p>
          <a:endParaRPr lang="en-US"/>
        </a:p>
      </dgm:t>
    </dgm:pt>
    <dgm:pt modelId="{EECAA756-F105-48D0-946A-D9CB2AA20F76}" type="sibTrans" cxnId="{4BCA1EF9-C6F2-4209-8395-5C1EB1E8FDAA}">
      <dgm:prSet/>
      <dgm:spPr/>
      <dgm:t>
        <a:bodyPr/>
        <a:lstStyle/>
        <a:p>
          <a:endParaRPr lang="en-US"/>
        </a:p>
      </dgm:t>
    </dgm:pt>
    <dgm:pt modelId="{15ACBECE-A2A7-4632-941B-6203B8022278}">
      <dgm:prSet/>
      <dgm:spPr/>
      <dgm:t>
        <a:bodyPr/>
        <a:lstStyle/>
        <a:p>
          <a:r>
            <a:rPr lang="en-US" dirty="0"/>
            <a:t>Poorly structured commit messages</a:t>
          </a:r>
        </a:p>
      </dgm:t>
    </dgm:pt>
    <dgm:pt modelId="{86DB6BA0-594F-435E-AFF0-FDEA58DE62F0}" type="parTrans" cxnId="{0DCB40CC-DC27-412B-9FC4-90B1168CC624}">
      <dgm:prSet/>
      <dgm:spPr/>
      <dgm:t>
        <a:bodyPr/>
        <a:lstStyle/>
        <a:p>
          <a:endParaRPr lang="en-US"/>
        </a:p>
      </dgm:t>
    </dgm:pt>
    <dgm:pt modelId="{CE9389B4-D44F-474B-A58F-AAAC14E1A6F1}" type="sibTrans" cxnId="{0DCB40CC-DC27-412B-9FC4-90B1168CC624}">
      <dgm:prSet/>
      <dgm:spPr/>
      <dgm:t>
        <a:bodyPr/>
        <a:lstStyle/>
        <a:p>
          <a:endParaRPr lang="en-US"/>
        </a:p>
      </dgm:t>
    </dgm:pt>
    <dgm:pt modelId="{1C240C8D-1A7E-47B6-A2BD-F03F2868CD8A}">
      <dgm:prSet/>
      <dgm:spPr/>
      <dgm:t>
        <a:bodyPr/>
        <a:lstStyle/>
        <a:p>
          <a:r>
            <a:rPr lang="en-US" dirty="0"/>
            <a:t>Difficulty maintaining clean project history</a:t>
          </a:r>
        </a:p>
      </dgm:t>
    </dgm:pt>
    <dgm:pt modelId="{FAAEB8F1-D60E-4356-ABE8-817190BEC922}" type="parTrans" cxnId="{F920FAC8-B577-4C34-AB25-85A6CF65E9E4}">
      <dgm:prSet/>
      <dgm:spPr/>
      <dgm:t>
        <a:bodyPr/>
        <a:lstStyle/>
        <a:p>
          <a:endParaRPr lang="en-US"/>
        </a:p>
      </dgm:t>
    </dgm:pt>
    <dgm:pt modelId="{78D38166-B37B-4982-A32E-D8D33E802DE3}" type="sibTrans" cxnId="{F920FAC8-B577-4C34-AB25-85A6CF65E9E4}">
      <dgm:prSet/>
      <dgm:spPr/>
      <dgm:t>
        <a:bodyPr/>
        <a:lstStyle/>
        <a:p>
          <a:endParaRPr lang="en-US"/>
        </a:p>
      </dgm:t>
    </dgm:pt>
    <dgm:pt modelId="{76DDAD52-5F66-4FEE-A106-D80835F76E09}">
      <dgm:prSet/>
      <dgm:spPr/>
      <dgm:t>
        <a:bodyPr/>
        <a:lstStyle/>
        <a:p>
          <a:r>
            <a:rPr lang="en-US" dirty="0"/>
            <a:t>Lack of automation in enforcing Git standards</a:t>
          </a:r>
        </a:p>
      </dgm:t>
    </dgm:pt>
    <dgm:pt modelId="{5269DCE8-1CE0-4B22-A372-2A4E3B0A84DF}" type="parTrans" cxnId="{20766785-9C73-4DF8-BA3A-C69CC3DEE314}">
      <dgm:prSet/>
      <dgm:spPr/>
      <dgm:t>
        <a:bodyPr/>
        <a:lstStyle/>
        <a:p>
          <a:endParaRPr lang="en-US"/>
        </a:p>
      </dgm:t>
    </dgm:pt>
    <dgm:pt modelId="{45D20C29-A40B-4D22-95B2-F2417B877BCF}" type="sibTrans" cxnId="{20766785-9C73-4DF8-BA3A-C69CC3DEE314}">
      <dgm:prSet/>
      <dgm:spPr/>
      <dgm:t>
        <a:bodyPr/>
        <a:lstStyle/>
        <a:p>
          <a:endParaRPr lang="en-US"/>
        </a:p>
      </dgm:t>
    </dgm:pt>
    <dgm:pt modelId="{FFC8837A-4D01-4952-A2E3-F949191ECB39}">
      <dgm:prSet/>
      <dgm:spPr/>
      <dgm:t>
        <a:bodyPr/>
        <a:lstStyle/>
        <a:p>
          <a:r>
            <a:rPr lang="en-US"/>
            <a:t>Result: Reduced maintainability and harder debugging</a:t>
          </a:r>
        </a:p>
      </dgm:t>
    </dgm:pt>
    <dgm:pt modelId="{80617813-4235-46DA-8925-1EB7AF38ACE8}" type="parTrans" cxnId="{80A5E239-9D71-40B8-8831-917BF55CA91A}">
      <dgm:prSet/>
      <dgm:spPr/>
      <dgm:t>
        <a:bodyPr/>
        <a:lstStyle/>
        <a:p>
          <a:endParaRPr lang="en-US"/>
        </a:p>
      </dgm:t>
    </dgm:pt>
    <dgm:pt modelId="{FBB9A5E5-4D48-4601-92BE-B8EA6DF12562}" type="sibTrans" cxnId="{80A5E239-9D71-40B8-8831-917BF55CA91A}">
      <dgm:prSet/>
      <dgm:spPr/>
      <dgm:t>
        <a:bodyPr/>
        <a:lstStyle/>
        <a:p>
          <a:endParaRPr lang="en-US"/>
        </a:p>
      </dgm:t>
    </dgm:pt>
    <dgm:pt modelId="{3B982785-75FD-4959-B865-86DEDD564D1E}" type="pres">
      <dgm:prSet presAssocID="{99D4A574-7FAF-4894-B392-FF77D933AE36}" presName="root" presStyleCnt="0">
        <dgm:presLayoutVars>
          <dgm:dir/>
          <dgm:resizeHandles val="exact"/>
        </dgm:presLayoutVars>
      </dgm:prSet>
      <dgm:spPr/>
    </dgm:pt>
    <dgm:pt modelId="{02A944CA-0525-42C6-803B-B4CFD43A17EB}" type="pres">
      <dgm:prSet presAssocID="{5F95BD93-C6D8-4A2B-A198-E28423D6AE77}" presName="compNode" presStyleCnt="0"/>
      <dgm:spPr/>
    </dgm:pt>
    <dgm:pt modelId="{9DAC8AFA-C477-4773-8477-ADE305598466}" type="pres">
      <dgm:prSet presAssocID="{5F95BD93-C6D8-4A2B-A198-E28423D6AE77}" presName="bgRect" presStyleLbl="bgShp" presStyleIdx="0" presStyleCnt="5"/>
      <dgm:spPr/>
    </dgm:pt>
    <dgm:pt modelId="{4816B951-100E-4C58-806D-76ABDBA4F7A7}" type="pres">
      <dgm:prSet presAssocID="{5F95BD93-C6D8-4A2B-A198-E28423D6AE7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5EC2A7C-CD83-4E59-9D6F-15B5329D998C}" type="pres">
      <dgm:prSet presAssocID="{5F95BD93-C6D8-4A2B-A198-E28423D6AE77}" presName="spaceRect" presStyleCnt="0"/>
      <dgm:spPr/>
    </dgm:pt>
    <dgm:pt modelId="{605C489A-FBB0-486E-A884-5966917031E2}" type="pres">
      <dgm:prSet presAssocID="{5F95BD93-C6D8-4A2B-A198-E28423D6AE77}" presName="parTx" presStyleLbl="revTx" presStyleIdx="0" presStyleCnt="5">
        <dgm:presLayoutVars>
          <dgm:chMax val="0"/>
          <dgm:chPref val="0"/>
        </dgm:presLayoutVars>
      </dgm:prSet>
      <dgm:spPr/>
    </dgm:pt>
    <dgm:pt modelId="{DCF5D893-F08C-471B-82ED-89CC4430E708}" type="pres">
      <dgm:prSet presAssocID="{EECAA756-F105-48D0-946A-D9CB2AA20F76}" presName="sibTrans" presStyleCnt="0"/>
      <dgm:spPr/>
    </dgm:pt>
    <dgm:pt modelId="{BA8D8B6A-B785-4659-8A62-BCCB68305C25}" type="pres">
      <dgm:prSet presAssocID="{15ACBECE-A2A7-4632-941B-6203B8022278}" presName="compNode" presStyleCnt="0"/>
      <dgm:spPr/>
    </dgm:pt>
    <dgm:pt modelId="{971B0296-428E-44DD-8167-AA4836AC2E98}" type="pres">
      <dgm:prSet presAssocID="{15ACBECE-A2A7-4632-941B-6203B8022278}" presName="bgRect" presStyleLbl="bgShp" presStyleIdx="1" presStyleCnt="5"/>
      <dgm:spPr/>
    </dgm:pt>
    <dgm:pt modelId="{98B2BD63-7FA3-43E1-94A0-2F3AEACB5CF9}" type="pres">
      <dgm:prSet presAssocID="{15ACBECE-A2A7-4632-941B-6203B802227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0F58E1A-085E-40A3-9BE4-E35D299795CC}" type="pres">
      <dgm:prSet presAssocID="{15ACBECE-A2A7-4632-941B-6203B8022278}" presName="spaceRect" presStyleCnt="0"/>
      <dgm:spPr/>
    </dgm:pt>
    <dgm:pt modelId="{94C0903C-425A-4C12-BC76-D5A45408D0CD}" type="pres">
      <dgm:prSet presAssocID="{15ACBECE-A2A7-4632-941B-6203B8022278}" presName="parTx" presStyleLbl="revTx" presStyleIdx="1" presStyleCnt="5">
        <dgm:presLayoutVars>
          <dgm:chMax val="0"/>
          <dgm:chPref val="0"/>
        </dgm:presLayoutVars>
      </dgm:prSet>
      <dgm:spPr/>
    </dgm:pt>
    <dgm:pt modelId="{B1847A21-7993-4F54-B3CD-E74E5DC57957}" type="pres">
      <dgm:prSet presAssocID="{CE9389B4-D44F-474B-A58F-AAAC14E1A6F1}" presName="sibTrans" presStyleCnt="0"/>
      <dgm:spPr/>
    </dgm:pt>
    <dgm:pt modelId="{2894DC82-EDD6-4A1D-BBB1-C422B8A56C0E}" type="pres">
      <dgm:prSet presAssocID="{1C240C8D-1A7E-47B6-A2BD-F03F2868CD8A}" presName="compNode" presStyleCnt="0"/>
      <dgm:spPr/>
    </dgm:pt>
    <dgm:pt modelId="{A49ACB10-2CA6-4478-851A-16E5AD61BFDD}" type="pres">
      <dgm:prSet presAssocID="{1C240C8D-1A7E-47B6-A2BD-F03F2868CD8A}" presName="bgRect" presStyleLbl="bgShp" presStyleIdx="2" presStyleCnt="5"/>
      <dgm:spPr/>
    </dgm:pt>
    <dgm:pt modelId="{072D6B03-4F24-4C6B-B066-B79B961976E0}" type="pres">
      <dgm:prSet presAssocID="{1C240C8D-1A7E-47B6-A2BD-F03F2868CD8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C037457-7D47-4209-9D99-91165B3D2ED0}" type="pres">
      <dgm:prSet presAssocID="{1C240C8D-1A7E-47B6-A2BD-F03F2868CD8A}" presName="spaceRect" presStyleCnt="0"/>
      <dgm:spPr/>
    </dgm:pt>
    <dgm:pt modelId="{5A6A276B-07B4-43CC-8986-08620E6EE4F6}" type="pres">
      <dgm:prSet presAssocID="{1C240C8D-1A7E-47B6-A2BD-F03F2868CD8A}" presName="parTx" presStyleLbl="revTx" presStyleIdx="2" presStyleCnt="5">
        <dgm:presLayoutVars>
          <dgm:chMax val="0"/>
          <dgm:chPref val="0"/>
        </dgm:presLayoutVars>
      </dgm:prSet>
      <dgm:spPr/>
    </dgm:pt>
    <dgm:pt modelId="{AB297F56-7C05-4A6E-8449-1E0D4BDC83DB}" type="pres">
      <dgm:prSet presAssocID="{78D38166-B37B-4982-A32E-D8D33E802DE3}" presName="sibTrans" presStyleCnt="0"/>
      <dgm:spPr/>
    </dgm:pt>
    <dgm:pt modelId="{C456CADB-5970-45C9-A02E-6E38E5FB3294}" type="pres">
      <dgm:prSet presAssocID="{76DDAD52-5F66-4FEE-A106-D80835F76E09}" presName="compNode" presStyleCnt="0"/>
      <dgm:spPr/>
    </dgm:pt>
    <dgm:pt modelId="{553D6603-501F-4679-B0A9-29AED46BC371}" type="pres">
      <dgm:prSet presAssocID="{76DDAD52-5F66-4FEE-A106-D80835F76E09}" presName="bgRect" presStyleLbl="bgShp" presStyleIdx="3" presStyleCnt="5"/>
      <dgm:spPr/>
    </dgm:pt>
    <dgm:pt modelId="{C81FEF54-E1D7-4EBC-9B15-A9675450205A}" type="pres">
      <dgm:prSet presAssocID="{76DDAD52-5F66-4FEE-A106-D80835F76E0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B0DE98E-7B88-4A03-B129-91052756CA3A}" type="pres">
      <dgm:prSet presAssocID="{76DDAD52-5F66-4FEE-A106-D80835F76E09}" presName="spaceRect" presStyleCnt="0"/>
      <dgm:spPr/>
    </dgm:pt>
    <dgm:pt modelId="{59EF17AF-BE21-4BD1-9A16-46997FDFE3FA}" type="pres">
      <dgm:prSet presAssocID="{76DDAD52-5F66-4FEE-A106-D80835F76E09}" presName="parTx" presStyleLbl="revTx" presStyleIdx="3" presStyleCnt="5">
        <dgm:presLayoutVars>
          <dgm:chMax val="0"/>
          <dgm:chPref val="0"/>
        </dgm:presLayoutVars>
      </dgm:prSet>
      <dgm:spPr/>
    </dgm:pt>
    <dgm:pt modelId="{B4344EB5-5844-4EA3-9799-F5DCD7CA2961}" type="pres">
      <dgm:prSet presAssocID="{45D20C29-A40B-4D22-95B2-F2417B877BCF}" presName="sibTrans" presStyleCnt="0"/>
      <dgm:spPr/>
    </dgm:pt>
    <dgm:pt modelId="{8CA382CB-DCC9-41BD-B36F-1F22A34EB2A3}" type="pres">
      <dgm:prSet presAssocID="{FFC8837A-4D01-4952-A2E3-F949191ECB39}" presName="compNode" presStyleCnt="0"/>
      <dgm:spPr/>
    </dgm:pt>
    <dgm:pt modelId="{C02DCC5F-51B0-4905-AD5D-DF83B8ABC247}" type="pres">
      <dgm:prSet presAssocID="{FFC8837A-4D01-4952-A2E3-F949191ECB39}" presName="bgRect" presStyleLbl="bgShp" presStyleIdx="4" presStyleCnt="5"/>
      <dgm:spPr/>
    </dgm:pt>
    <dgm:pt modelId="{DB8ECE76-436B-488A-A1C4-F83FF6E6054F}" type="pres">
      <dgm:prSet presAssocID="{FFC8837A-4D01-4952-A2E3-F949191ECB3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0E13CAE-81E9-4720-BC68-868329D4BF09}" type="pres">
      <dgm:prSet presAssocID="{FFC8837A-4D01-4952-A2E3-F949191ECB39}" presName="spaceRect" presStyleCnt="0"/>
      <dgm:spPr/>
    </dgm:pt>
    <dgm:pt modelId="{46669C2D-C0DE-4568-BAC9-4822CE601C0F}" type="pres">
      <dgm:prSet presAssocID="{FFC8837A-4D01-4952-A2E3-F949191ECB3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0A5E239-9D71-40B8-8831-917BF55CA91A}" srcId="{99D4A574-7FAF-4894-B392-FF77D933AE36}" destId="{FFC8837A-4D01-4952-A2E3-F949191ECB39}" srcOrd="4" destOrd="0" parTransId="{80617813-4235-46DA-8925-1EB7AF38ACE8}" sibTransId="{FBB9A5E5-4D48-4601-92BE-B8EA6DF12562}"/>
    <dgm:cxn modelId="{F2500F54-3BE1-4545-B2C3-F4291BB1A2B7}" type="presOf" srcId="{76DDAD52-5F66-4FEE-A106-D80835F76E09}" destId="{59EF17AF-BE21-4BD1-9A16-46997FDFE3FA}" srcOrd="0" destOrd="0" presId="urn:microsoft.com/office/officeart/2018/2/layout/IconVerticalSolidList"/>
    <dgm:cxn modelId="{A7865D75-BC88-4840-B276-0241660D1A44}" type="presOf" srcId="{15ACBECE-A2A7-4632-941B-6203B8022278}" destId="{94C0903C-425A-4C12-BC76-D5A45408D0CD}" srcOrd="0" destOrd="0" presId="urn:microsoft.com/office/officeart/2018/2/layout/IconVerticalSolidList"/>
    <dgm:cxn modelId="{B2CCEC80-3415-4162-8C44-184FAFF7061F}" type="presOf" srcId="{FFC8837A-4D01-4952-A2E3-F949191ECB39}" destId="{46669C2D-C0DE-4568-BAC9-4822CE601C0F}" srcOrd="0" destOrd="0" presId="urn:microsoft.com/office/officeart/2018/2/layout/IconVerticalSolidList"/>
    <dgm:cxn modelId="{20766785-9C73-4DF8-BA3A-C69CC3DEE314}" srcId="{99D4A574-7FAF-4894-B392-FF77D933AE36}" destId="{76DDAD52-5F66-4FEE-A106-D80835F76E09}" srcOrd="3" destOrd="0" parTransId="{5269DCE8-1CE0-4B22-A372-2A4E3B0A84DF}" sibTransId="{45D20C29-A40B-4D22-95B2-F2417B877BCF}"/>
    <dgm:cxn modelId="{41BEB69F-DA99-44E0-8201-5D4DA07C854B}" type="presOf" srcId="{5F95BD93-C6D8-4A2B-A198-E28423D6AE77}" destId="{605C489A-FBB0-486E-A884-5966917031E2}" srcOrd="0" destOrd="0" presId="urn:microsoft.com/office/officeart/2018/2/layout/IconVerticalSolidList"/>
    <dgm:cxn modelId="{0FE9E4B0-9C80-4B4C-8B1B-36991C1092A5}" type="presOf" srcId="{99D4A574-7FAF-4894-B392-FF77D933AE36}" destId="{3B982785-75FD-4959-B865-86DEDD564D1E}" srcOrd="0" destOrd="0" presId="urn:microsoft.com/office/officeart/2018/2/layout/IconVerticalSolidList"/>
    <dgm:cxn modelId="{80D755BC-DA48-48B5-905D-71140396A26A}" type="presOf" srcId="{1C240C8D-1A7E-47B6-A2BD-F03F2868CD8A}" destId="{5A6A276B-07B4-43CC-8986-08620E6EE4F6}" srcOrd="0" destOrd="0" presId="urn:microsoft.com/office/officeart/2018/2/layout/IconVerticalSolidList"/>
    <dgm:cxn modelId="{F920FAC8-B577-4C34-AB25-85A6CF65E9E4}" srcId="{99D4A574-7FAF-4894-B392-FF77D933AE36}" destId="{1C240C8D-1A7E-47B6-A2BD-F03F2868CD8A}" srcOrd="2" destOrd="0" parTransId="{FAAEB8F1-D60E-4356-ABE8-817190BEC922}" sibTransId="{78D38166-B37B-4982-A32E-D8D33E802DE3}"/>
    <dgm:cxn modelId="{0DCB40CC-DC27-412B-9FC4-90B1168CC624}" srcId="{99D4A574-7FAF-4894-B392-FF77D933AE36}" destId="{15ACBECE-A2A7-4632-941B-6203B8022278}" srcOrd="1" destOrd="0" parTransId="{86DB6BA0-594F-435E-AFF0-FDEA58DE62F0}" sibTransId="{CE9389B4-D44F-474B-A58F-AAAC14E1A6F1}"/>
    <dgm:cxn modelId="{4BCA1EF9-C6F2-4209-8395-5C1EB1E8FDAA}" srcId="{99D4A574-7FAF-4894-B392-FF77D933AE36}" destId="{5F95BD93-C6D8-4A2B-A198-E28423D6AE77}" srcOrd="0" destOrd="0" parTransId="{06E908E0-70FA-4FA4-A315-3B43D7E46ABD}" sibTransId="{EECAA756-F105-48D0-946A-D9CB2AA20F76}"/>
    <dgm:cxn modelId="{F0901DA6-5A17-41CA-8393-ACC2FDFB3CBA}" type="presParOf" srcId="{3B982785-75FD-4959-B865-86DEDD564D1E}" destId="{02A944CA-0525-42C6-803B-B4CFD43A17EB}" srcOrd="0" destOrd="0" presId="urn:microsoft.com/office/officeart/2018/2/layout/IconVerticalSolidList"/>
    <dgm:cxn modelId="{B0D610CD-ED3A-4AB8-A409-BBB4413CCB7F}" type="presParOf" srcId="{02A944CA-0525-42C6-803B-B4CFD43A17EB}" destId="{9DAC8AFA-C477-4773-8477-ADE305598466}" srcOrd="0" destOrd="0" presId="urn:microsoft.com/office/officeart/2018/2/layout/IconVerticalSolidList"/>
    <dgm:cxn modelId="{9FF305F7-7DAC-4B7F-8B56-5ECD628C20D4}" type="presParOf" srcId="{02A944CA-0525-42C6-803B-B4CFD43A17EB}" destId="{4816B951-100E-4C58-806D-76ABDBA4F7A7}" srcOrd="1" destOrd="0" presId="urn:microsoft.com/office/officeart/2018/2/layout/IconVerticalSolidList"/>
    <dgm:cxn modelId="{2B4A8CF4-0330-415D-8338-D47B406AC22C}" type="presParOf" srcId="{02A944CA-0525-42C6-803B-B4CFD43A17EB}" destId="{E5EC2A7C-CD83-4E59-9D6F-15B5329D998C}" srcOrd="2" destOrd="0" presId="urn:microsoft.com/office/officeart/2018/2/layout/IconVerticalSolidList"/>
    <dgm:cxn modelId="{00ED3D58-2FFD-4D60-8D41-B5AD5E2BEF2E}" type="presParOf" srcId="{02A944CA-0525-42C6-803B-B4CFD43A17EB}" destId="{605C489A-FBB0-486E-A884-5966917031E2}" srcOrd="3" destOrd="0" presId="urn:microsoft.com/office/officeart/2018/2/layout/IconVerticalSolidList"/>
    <dgm:cxn modelId="{4DB97657-68E9-4596-B8F2-4E23E0ED5D32}" type="presParOf" srcId="{3B982785-75FD-4959-B865-86DEDD564D1E}" destId="{DCF5D893-F08C-471B-82ED-89CC4430E708}" srcOrd="1" destOrd="0" presId="urn:microsoft.com/office/officeart/2018/2/layout/IconVerticalSolidList"/>
    <dgm:cxn modelId="{1899DDB4-10D0-4336-AAA7-B2D93EA06515}" type="presParOf" srcId="{3B982785-75FD-4959-B865-86DEDD564D1E}" destId="{BA8D8B6A-B785-4659-8A62-BCCB68305C25}" srcOrd="2" destOrd="0" presId="urn:microsoft.com/office/officeart/2018/2/layout/IconVerticalSolidList"/>
    <dgm:cxn modelId="{59869234-87E3-4B91-89EA-41FB920B7218}" type="presParOf" srcId="{BA8D8B6A-B785-4659-8A62-BCCB68305C25}" destId="{971B0296-428E-44DD-8167-AA4836AC2E98}" srcOrd="0" destOrd="0" presId="urn:microsoft.com/office/officeart/2018/2/layout/IconVerticalSolidList"/>
    <dgm:cxn modelId="{44F03430-DAC3-49E0-AA5A-01AC3DDA5F32}" type="presParOf" srcId="{BA8D8B6A-B785-4659-8A62-BCCB68305C25}" destId="{98B2BD63-7FA3-43E1-94A0-2F3AEACB5CF9}" srcOrd="1" destOrd="0" presId="urn:microsoft.com/office/officeart/2018/2/layout/IconVerticalSolidList"/>
    <dgm:cxn modelId="{C8ED0C65-C2A9-4E9D-AFCB-8822559D7ADC}" type="presParOf" srcId="{BA8D8B6A-B785-4659-8A62-BCCB68305C25}" destId="{70F58E1A-085E-40A3-9BE4-E35D299795CC}" srcOrd="2" destOrd="0" presId="urn:microsoft.com/office/officeart/2018/2/layout/IconVerticalSolidList"/>
    <dgm:cxn modelId="{0B134022-855E-4FE1-A7D3-8E4BAF0D7409}" type="presParOf" srcId="{BA8D8B6A-B785-4659-8A62-BCCB68305C25}" destId="{94C0903C-425A-4C12-BC76-D5A45408D0CD}" srcOrd="3" destOrd="0" presId="urn:microsoft.com/office/officeart/2018/2/layout/IconVerticalSolidList"/>
    <dgm:cxn modelId="{B64F96CE-0DB8-4F96-BA03-E828B8CC9AF7}" type="presParOf" srcId="{3B982785-75FD-4959-B865-86DEDD564D1E}" destId="{B1847A21-7993-4F54-B3CD-E74E5DC57957}" srcOrd="3" destOrd="0" presId="urn:microsoft.com/office/officeart/2018/2/layout/IconVerticalSolidList"/>
    <dgm:cxn modelId="{A5D32718-94B4-4195-A02D-E933FE8D73AE}" type="presParOf" srcId="{3B982785-75FD-4959-B865-86DEDD564D1E}" destId="{2894DC82-EDD6-4A1D-BBB1-C422B8A56C0E}" srcOrd="4" destOrd="0" presId="urn:microsoft.com/office/officeart/2018/2/layout/IconVerticalSolidList"/>
    <dgm:cxn modelId="{229E0612-5D89-4AF1-AB71-CB8D94A40F7F}" type="presParOf" srcId="{2894DC82-EDD6-4A1D-BBB1-C422B8A56C0E}" destId="{A49ACB10-2CA6-4478-851A-16E5AD61BFDD}" srcOrd="0" destOrd="0" presId="urn:microsoft.com/office/officeart/2018/2/layout/IconVerticalSolidList"/>
    <dgm:cxn modelId="{E2B7E017-1888-4FF5-A36F-09E279AF0B36}" type="presParOf" srcId="{2894DC82-EDD6-4A1D-BBB1-C422B8A56C0E}" destId="{072D6B03-4F24-4C6B-B066-B79B961976E0}" srcOrd="1" destOrd="0" presId="urn:microsoft.com/office/officeart/2018/2/layout/IconVerticalSolidList"/>
    <dgm:cxn modelId="{C1C4E2EA-3706-4B02-8FAF-AFB3F182C9E2}" type="presParOf" srcId="{2894DC82-EDD6-4A1D-BBB1-C422B8A56C0E}" destId="{FC037457-7D47-4209-9D99-91165B3D2ED0}" srcOrd="2" destOrd="0" presId="urn:microsoft.com/office/officeart/2018/2/layout/IconVerticalSolidList"/>
    <dgm:cxn modelId="{B86529CE-15E3-4CB8-ACE8-C86464D6BA4F}" type="presParOf" srcId="{2894DC82-EDD6-4A1D-BBB1-C422B8A56C0E}" destId="{5A6A276B-07B4-43CC-8986-08620E6EE4F6}" srcOrd="3" destOrd="0" presId="urn:microsoft.com/office/officeart/2018/2/layout/IconVerticalSolidList"/>
    <dgm:cxn modelId="{9BDA5CAB-BD92-447F-B58C-C16060FD0752}" type="presParOf" srcId="{3B982785-75FD-4959-B865-86DEDD564D1E}" destId="{AB297F56-7C05-4A6E-8449-1E0D4BDC83DB}" srcOrd="5" destOrd="0" presId="urn:microsoft.com/office/officeart/2018/2/layout/IconVerticalSolidList"/>
    <dgm:cxn modelId="{BA414475-5433-464E-9E14-EDE7004C4F97}" type="presParOf" srcId="{3B982785-75FD-4959-B865-86DEDD564D1E}" destId="{C456CADB-5970-45C9-A02E-6E38E5FB3294}" srcOrd="6" destOrd="0" presId="urn:microsoft.com/office/officeart/2018/2/layout/IconVerticalSolidList"/>
    <dgm:cxn modelId="{301DC01C-6F8F-43E1-84CA-8C87CAA70FE4}" type="presParOf" srcId="{C456CADB-5970-45C9-A02E-6E38E5FB3294}" destId="{553D6603-501F-4679-B0A9-29AED46BC371}" srcOrd="0" destOrd="0" presId="urn:microsoft.com/office/officeart/2018/2/layout/IconVerticalSolidList"/>
    <dgm:cxn modelId="{5801B104-1160-44A7-AC2E-6F080363167E}" type="presParOf" srcId="{C456CADB-5970-45C9-A02E-6E38E5FB3294}" destId="{C81FEF54-E1D7-4EBC-9B15-A9675450205A}" srcOrd="1" destOrd="0" presId="urn:microsoft.com/office/officeart/2018/2/layout/IconVerticalSolidList"/>
    <dgm:cxn modelId="{4F470E94-0923-4B78-8CA4-A13EC2EBB0DB}" type="presParOf" srcId="{C456CADB-5970-45C9-A02E-6E38E5FB3294}" destId="{0B0DE98E-7B88-4A03-B129-91052756CA3A}" srcOrd="2" destOrd="0" presId="urn:microsoft.com/office/officeart/2018/2/layout/IconVerticalSolidList"/>
    <dgm:cxn modelId="{2AD3A548-DBDA-46B0-B882-5B700818553A}" type="presParOf" srcId="{C456CADB-5970-45C9-A02E-6E38E5FB3294}" destId="{59EF17AF-BE21-4BD1-9A16-46997FDFE3FA}" srcOrd="3" destOrd="0" presId="urn:microsoft.com/office/officeart/2018/2/layout/IconVerticalSolidList"/>
    <dgm:cxn modelId="{0555F958-9C1C-4F73-AEE0-174708B217A9}" type="presParOf" srcId="{3B982785-75FD-4959-B865-86DEDD564D1E}" destId="{B4344EB5-5844-4EA3-9799-F5DCD7CA2961}" srcOrd="7" destOrd="0" presId="urn:microsoft.com/office/officeart/2018/2/layout/IconVerticalSolidList"/>
    <dgm:cxn modelId="{F2A43683-D855-4C4F-A750-27D994A3D7AB}" type="presParOf" srcId="{3B982785-75FD-4959-B865-86DEDD564D1E}" destId="{8CA382CB-DCC9-41BD-B36F-1F22A34EB2A3}" srcOrd="8" destOrd="0" presId="urn:microsoft.com/office/officeart/2018/2/layout/IconVerticalSolidList"/>
    <dgm:cxn modelId="{BCAA9EA3-DF46-46E2-BDBE-C101B52C8243}" type="presParOf" srcId="{8CA382CB-DCC9-41BD-B36F-1F22A34EB2A3}" destId="{C02DCC5F-51B0-4905-AD5D-DF83B8ABC247}" srcOrd="0" destOrd="0" presId="urn:microsoft.com/office/officeart/2018/2/layout/IconVerticalSolidList"/>
    <dgm:cxn modelId="{C852C22E-F46C-4A49-81D0-0AFEBC810416}" type="presParOf" srcId="{8CA382CB-DCC9-41BD-B36F-1F22A34EB2A3}" destId="{DB8ECE76-436B-488A-A1C4-F83FF6E6054F}" srcOrd="1" destOrd="0" presId="urn:microsoft.com/office/officeart/2018/2/layout/IconVerticalSolidList"/>
    <dgm:cxn modelId="{8DB53FDF-9009-4FC0-860C-84588B6BB97F}" type="presParOf" srcId="{8CA382CB-DCC9-41BD-B36F-1F22A34EB2A3}" destId="{A0E13CAE-81E9-4720-BC68-868329D4BF09}" srcOrd="2" destOrd="0" presId="urn:microsoft.com/office/officeart/2018/2/layout/IconVerticalSolidList"/>
    <dgm:cxn modelId="{33B65A65-5737-4600-B38F-270812522089}" type="presParOf" srcId="{8CA382CB-DCC9-41BD-B36F-1F22A34EB2A3}" destId="{46669C2D-C0DE-4568-BAC9-4822CE601C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2E0FDA-4418-421F-83A6-BA58AF8F4A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0CDC69-839C-40F5-B93F-06A46E30F8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Git Workflow Enforcer</a:t>
          </a:r>
        </a:p>
      </dgm:t>
    </dgm:pt>
    <dgm:pt modelId="{E0336954-040C-4540-89C5-C4D7AB3C6080}" type="parTrans" cxnId="{74E36FB2-0E74-45F3-846B-15F0907D12A9}">
      <dgm:prSet/>
      <dgm:spPr/>
      <dgm:t>
        <a:bodyPr/>
        <a:lstStyle/>
        <a:p>
          <a:endParaRPr lang="en-US"/>
        </a:p>
      </dgm:t>
    </dgm:pt>
    <dgm:pt modelId="{65C2F1E2-5807-4371-9E49-D6B56D89096C}" type="sibTrans" cxnId="{74E36FB2-0E74-45F3-846B-15F0907D12A9}">
      <dgm:prSet/>
      <dgm:spPr/>
      <dgm:t>
        <a:bodyPr/>
        <a:lstStyle/>
        <a:p>
          <a:endParaRPr lang="en-US"/>
        </a:p>
      </dgm:t>
    </dgm:pt>
    <dgm:pt modelId="{92514E65-1148-4E82-806C-C107EE3805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Python-based CLI tool</a:t>
          </a:r>
        </a:p>
      </dgm:t>
    </dgm:pt>
    <dgm:pt modelId="{6F9CB977-E20D-48C5-B204-9DD33E438DF5}" type="parTrans" cxnId="{0F451D97-0D39-4F4B-B9DD-8997C782D3D0}">
      <dgm:prSet/>
      <dgm:spPr/>
      <dgm:t>
        <a:bodyPr/>
        <a:lstStyle/>
        <a:p>
          <a:endParaRPr lang="en-US"/>
        </a:p>
      </dgm:t>
    </dgm:pt>
    <dgm:pt modelId="{494FB32A-E3BA-4B59-9BCD-D256246F553C}" type="sibTrans" cxnId="{0F451D97-0D39-4F4B-B9DD-8997C782D3D0}">
      <dgm:prSet/>
      <dgm:spPr/>
      <dgm:t>
        <a:bodyPr/>
        <a:lstStyle/>
        <a:p>
          <a:endParaRPr lang="en-US"/>
        </a:p>
      </dgm:t>
    </dgm:pt>
    <dgm:pt modelId="{C30C5FB7-0313-4E77-B816-34186EACC9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Validates commit messages</a:t>
          </a:r>
        </a:p>
      </dgm:t>
    </dgm:pt>
    <dgm:pt modelId="{E630D05C-F943-45F7-89CA-C7E54A977C1F}" type="parTrans" cxnId="{EFDBB83A-41F0-4B53-B08B-4FECFBD8652E}">
      <dgm:prSet/>
      <dgm:spPr/>
      <dgm:t>
        <a:bodyPr/>
        <a:lstStyle/>
        <a:p>
          <a:endParaRPr lang="en-US"/>
        </a:p>
      </dgm:t>
    </dgm:pt>
    <dgm:pt modelId="{EE763D48-CE15-4D57-B5D2-13D5565D8162}" type="sibTrans" cxnId="{EFDBB83A-41F0-4B53-B08B-4FECFBD8652E}">
      <dgm:prSet/>
      <dgm:spPr/>
      <dgm:t>
        <a:bodyPr/>
        <a:lstStyle/>
        <a:p>
          <a:endParaRPr lang="en-US"/>
        </a:p>
      </dgm:t>
    </dgm:pt>
    <dgm:pt modelId="{523B67AC-B00D-47AA-9D86-E43A345CA4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Integrates with Git hooks</a:t>
          </a:r>
        </a:p>
      </dgm:t>
    </dgm:pt>
    <dgm:pt modelId="{B1101D38-60A6-435B-88A0-A6978F63DEC2}" type="parTrans" cxnId="{73F4F6FA-B37F-4BE0-AAA4-9D0E8A99ADE1}">
      <dgm:prSet/>
      <dgm:spPr/>
      <dgm:t>
        <a:bodyPr/>
        <a:lstStyle/>
        <a:p>
          <a:endParaRPr lang="en-US"/>
        </a:p>
      </dgm:t>
    </dgm:pt>
    <dgm:pt modelId="{DAF98916-B8E6-4105-9E81-A61F05E57DC6}" type="sibTrans" cxnId="{73F4F6FA-B37F-4BE0-AAA4-9D0E8A99ADE1}">
      <dgm:prSet/>
      <dgm:spPr/>
      <dgm:t>
        <a:bodyPr/>
        <a:lstStyle/>
        <a:p>
          <a:endParaRPr lang="en-US"/>
        </a:p>
      </dgm:t>
    </dgm:pt>
    <dgm:pt modelId="{1551EF13-A18E-4FE6-BEA6-B84B0C800E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Supports CI/CD pipelines</a:t>
          </a:r>
        </a:p>
      </dgm:t>
    </dgm:pt>
    <dgm:pt modelId="{B84529CA-5E60-423E-84B6-4ED0D1E6A03D}" type="parTrans" cxnId="{9900A073-C1B0-4474-8961-FA38120F9BA0}">
      <dgm:prSet/>
      <dgm:spPr/>
      <dgm:t>
        <a:bodyPr/>
        <a:lstStyle/>
        <a:p>
          <a:endParaRPr lang="en-US"/>
        </a:p>
      </dgm:t>
    </dgm:pt>
    <dgm:pt modelId="{085D8B2D-35D1-49DF-8D4F-3BF10BAA4393}" type="sibTrans" cxnId="{9900A073-C1B0-4474-8961-FA38120F9BA0}">
      <dgm:prSet/>
      <dgm:spPr/>
      <dgm:t>
        <a:bodyPr/>
        <a:lstStyle/>
        <a:p>
          <a:endParaRPr lang="en-US"/>
        </a:p>
      </dgm:t>
    </dgm:pt>
    <dgm:pt modelId="{94F216C7-BB94-4E57-842D-D36CDEF35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Validates branch names</a:t>
          </a:r>
        </a:p>
      </dgm:t>
    </dgm:pt>
    <dgm:pt modelId="{49BB5553-7DF3-4D0F-9EB2-6F35BF6AD4C2}" type="parTrans" cxnId="{F6954517-4E5E-4C90-B9E2-ADC89187FA50}">
      <dgm:prSet/>
      <dgm:spPr/>
      <dgm:t>
        <a:bodyPr/>
        <a:lstStyle/>
        <a:p>
          <a:endParaRPr lang="en-US"/>
        </a:p>
      </dgm:t>
    </dgm:pt>
    <dgm:pt modelId="{7D745D6D-C9D2-49F3-9514-463B04E887F4}" type="sibTrans" cxnId="{F6954517-4E5E-4C90-B9E2-ADC89187FA50}">
      <dgm:prSet/>
      <dgm:spPr/>
      <dgm:t>
        <a:bodyPr/>
        <a:lstStyle/>
        <a:p>
          <a:endParaRPr lang="en-US"/>
        </a:p>
      </dgm:t>
    </dgm:pt>
    <dgm:pt modelId="{8EACAE26-B967-4314-9FFD-BC07299139F5}" type="pres">
      <dgm:prSet presAssocID="{302E0FDA-4418-421F-83A6-BA58AF8F4AFC}" presName="root" presStyleCnt="0">
        <dgm:presLayoutVars>
          <dgm:dir/>
          <dgm:resizeHandles val="exact"/>
        </dgm:presLayoutVars>
      </dgm:prSet>
      <dgm:spPr/>
    </dgm:pt>
    <dgm:pt modelId="{CD928B32-9B4D-430A-8D9D-26B0126D8B66}" type="pres">
      <dgm:prSet presAssocID="{BB0CDC69-839C-40F5-B93F-06A46E30F831}" presName="compNode" presStyleCnt="0"/>
      <dgm:spPr/>
    </dgm:pt>
    <dgm:pt modelId="{6493E3F8-3977-4451-993B-CE3A3AAD9584}" type="pres">
      <dgm:prSet presAssocID="{BB0CDC69-839C-40F5-B93F-06A46E30F831}" presName="bgRect" presStyleLbl="bgShp" presStyleIdx="0" presStyleCnt="6"/>
      <dgm:spPr/>
    </dgm:pt>
    <dgm:pt modelId="{531492E7-D215-48E3-A914-C252CE7F794D}" type="pres">
      <dgm:prSet presAssocID="{BB0CDC69-839C-40F5-B93F-06A46E30F83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3C65624-884F-4A5A-A00E-ACAEB468BD33}" type="pres">
      <dgm:prSet presAssocID="{BB0CDC69-839C-40F5-B93F-06A46E30F831}" presName="spaceRect" presStyleCnt="0"/>
      <dgm:spPr/>
    </dgm:pt>
    <dgm:pt modelId="{159506A5-2CF6-4B72-9DD2-1F46EB0C64A3}" type="pres">
      <dgm:prSet presAssocID="{BB0CDC69-839C-40F5-B93F-06A46E30F831}" presName="parTx" presStyleLbl="revTx" presStyleIdx="0" presStyleCnt="6">
        <dgm:presLayoutVars>
          <dgm:chMax val="0"/>
          <dgm:chPref val="0"/>
        </dgm:presLayoutVars>
      </dgm:prSet>
      <dgm:spPr/>
    </dgm:pt>
    <dgm:pt modelId="{ECC9C501-B93A-45FE-AABF-46BEE3862C2C}" type="pres">
      <dgm:prSet presAssocID="{65C2F1E2-5807-4371-9E49-D6B56D89096C}" presName="sibTrans" presStyleCnt="0"/>
      <dgm:spPr/>
    </dgm:pt>
    <dgm:pt modelId="{AFE3477D-717D-4386-82F5-4EDE65E41C24}" type="pres">
      <dgm:prSet presAssocID="{92514E65-1148-4E82-806C-C107EE380566}" presName="compNode" presStyleCnt="0"/>
      <dgm:spPr/>
    </dgm:pt>
    <dgm:pt modelId="{416420BA-6CD2-4C2D-9D36-F2F742A1FB9B}" type="pres">
      <dgm:prSet presAssocID="{92514E65-1148-4E82-806C-C107EE380566}" presName="bgRect" presStyleLbl="bgShp" presStyleIdx="1" presStyleCnt="6"/>
      <dgm:spPr/>
    </dgm:pt>
    <dgm:pt modelId="{B6799D1F-A2E8-414B-AA1E-B2CDC5A54D23}" type="pres">
      <dgm:prSet presAssocID="{92514E65-1148-4E82-806C-C107EE38056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E9F0677-CEC9-4287-B204-12AFD41A4E30}" type="pres">
      <dgm:prSet presAssocID="{92514E65-1148-4E82-806C-C107EE380566}" presName="spaceRect" presStyleCnt="0"/>
      <dgm:spPr/>
    </dgm:pt>
    <dgm:pt modelId="{973914F0-40CE-486F-9C48-EFCD0E8EBD4B}" type="pres">
      <dgm:prSet presAssocID="{92514E65-1148-4E82-806C-C107EE380566}" presName="parTx" presStyleLbl="revTx" presStyleIdx="1" presStyleCnt="6">
        <dgm:presLayoutVars>
          <dgm:chMax val="0"/>
          <dgm:chPref val="0"/>
        </dgm:presLayoutVars>
      </dgm:prSet>
      <dgm:spPr/>
    </dgm:pt>
    <dgm:pt modelId="{13C7ED77-4A60-4EEA-A0A1-54147BC391A7}" type="pres">
      <dgm:prSet presAssocID="{494FB32A-E3BA-4B59-9BCD-D256246F553C}" presName="sibTrans" presStyleCnt="0"/>
      <dgm:spPr/>
    </dgm:pt>
    <dgm:pt modelId="{FCF6921C-7F6E-4D17-8D9A-C4CA88CCC5EC}" type="pres">
      <dgm:prSet presAssocID="{94F216C7-BB94-4E57-842D-D36CDEF352F4}" presName="compNode" presStyleCnt="0"/>
      <dgm:spPr/>
    </dgm:pt>
    <dgm:pt modelId="{FA129358-02E7-4F2A-BA8A-FFAC72C80A55}" type="pres">
      <dgm:prSet presAssocID="{94F216C7-BB94-4E57-842D-D36CDEF352F4}" presName="bgRect" presStyleLbl="bgShp" presStyleIdx="2" presStyleCnt="6"/>
      <dgm:spPr/>
    </dgm:pt>
    <dgm:pt modelId="{ADEB729C-0008-4C2D-8106-165A750825B2}" type="pres">
      <dgm:prSet presAssocID="{94F216C7-BB94-4E57-842D-D36CDEF352F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6131C5D-FDC2-471E-B7C7-933E2C38CCA2}" type="pres">
      <dgm:prSet presAssocID="{94F216C7-BB94-4E57-842D-D36CDEF352F4}" presName="spaceRect" presStyleCnt="0"/>
      <dgm:spPr/>
    </dgm:pt>
    <dgm:pt modelId="{7C48935A-5387-480C-94D1-223639D31FD8}" type="pres">
      <dgm:prSet presAssocID="{94F216C7-BB94-4E57-842D-D36CDEF352F4}" presName="parTx" presStyleLbl="revTx" presStyleIdx="2" presStyleCnt="6">
        <dgm:presLayoutVars>
          <dgm:chMax val="0"/>
          <dgm:chPref val="0"/>
        </dgm:presLayoutVars>
      </dgm:prSet>
      <dgm:spPr/>
    </dgm:pt>
    <dgm:pt modelId="{2A76FA40-CDB1-4B30-BC49-AFD0EFD4B0EE}" type="pres">
      <dgm:prSet presAssocID="{7D745D6D-C9D2-49F3-9514-463B04E887F4}" presName="sibTrans" presStyleCnt="0"/>
      <dgm:spPr/>
    </dgm:pt>
    <dgm:pt modelId="{7A1C8682-D0AE-47A6-9C13-01C404C5A746}" type="pres">
      <dgm:prSet presAssocID="{C30C5FB7-0313-4E77-B816-34186EACC977}" presName="compNode" presStyleCnt="0"/>
      <dgm:spPr/>
    </dgm:pt>
    <dgm:pt modelId="{83397174-319C-4CAE-8E7F-426DCEE8A655}" type="pres">
      <dgm:prSet presAssocID="{C30C5FB7-0313-4E77-B816-34186EACC977}" presName="bgRect" presStyleLbl="bgShp" presStyleIdx="3" presStyleCnt="6"/>
      <dgm:spPr/>
    </dgm:pt>
    <dgm:pt modelId="{83FC8A91-D170-4B64-AA98-F754E9559D37}" type="pres">
      <dgm:prSet presAssocID="{C30C5FB7-0313-4E77-B816-34186EACC97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6776CE4-AB44-490B-9A93-B1562B1C84A2}" type="pres">
      <dgm:prSet presAssocID="{C30C5FB7-0313-4E77-B816-34186EACC977}" presName="spaceRect" presStyleCnt="0"/>
      <dgm:spPr/>
    </dgm:pt>
    <dgm:pt modelId="{263C3EB7-E1DA-4F3F-829F-32A0925E986A}" type="pres">
      <dgm:prSet presAssocID="{C30C5FB7-0313-4E77-B816-34186EACC977}" presName="parTx" presStyleLbl="revTx" presStyleIdx="3" presStyleCnt="6">
        <dgm:presLayoutVars>
          <dgm:chMax val="0"/>
          <dgm:chPref val="0"/>
        </dgm:presLayoutVars>
      </dgm:prSet>
      <dgm:spPr/>
    </dgm:pt>
    <dgm:pt modelId="{71E707AC-E41A-4D82-8024-1E50F0084484}" type="pres">
      <dgm:prSet presAssocID="{EE763D48-CE15-4D57-B5D2-13D5565D8162}" presName="sibTrans" presStyleCnt="0"/>
      <dgm:spPr/>
    </dgm:pt>
    <dgm:pt modelId="{B1A0AFA6-0849-49F8-95CD-C685B7F022A4}" type="pres">
      <dgm:prSet presAssocID="{523B67AC-B00D-47AA-9D86-E43A345CA444}" presName="compNode" presStyleCnt="0"/>
      <dgm:spPr/>
    </dgm:pt>
    <dgm:pt modelId="{051E9CF7-2CAB-4837-ACF5-D899730838DF}" type="pres">
      <dgm:prSet presAssocID="{523B67AC-B00D-47AA-9D86-E43A345CA444}" presName="bgRect" presStyleLbl="bgShp" presStyleIdx="4" presStyleCnt="6"/>
      <dgm:spPr/>
    </dgm:pt>
    <dgm:pt modelId="{FC73E30B-B945-4799-85A1-E354A81C7261}" type="pres">
      <dgm:prSet presAssocID="{523B67AC-B00D-47AA-9D86-E43A345CA44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E8D3BC7-46FC-444A-9E57-62F75E068E40}" type="pres">
      <dgm:prSet presAssocID="{523B67AC-B00D-47AA-9D86-E43A345CA444}" presName="spaceRect" presStyleCnt="0"/>
      <dgm:spPr/>
    </dgm:pt>
    <dgm:pt modelId="{8FD67F24-484A-4459-BDF9-882E567166E0}" type="pres">
      <dgm:prSet presAssocID="{523B67AC-B00D-47AA-9D86-E43A345CA444}" presName="parTx" presStyleLbl="revTx" presStyleIdx="4" presStyleCnt="6">
        <dgm:presLayoutVars>
          <dgm:chMax val="0"/>
          <dgm:chPref val="0"/>
        </dgm:presLayoutVars>
      </dgm:prSet>
      <dgm:spPr/>
    </dgm:pt>
    <dgm:pt modelId="{E46D9278-8BC2-41D6-BEDE-6E7B047F3DE7}" type="pres">
      <dgm:prSet presAssocID="{DAF98916-B8E6-4105-9E81-A61F05E57DC6}" presName="sibTrans" presStyleCnt="0"/>
      <dgm:spPr/>
    </dgm:pt>
    <dgm:pt modelId="{7748E38B-2D2C-4D7D-AA9C-A643720E6801}" type="pres">
      <dgm:prSet presAssocID="{1551EF13-A18E-4FE6-BEA6-B84B0C800EAE}" presName="compNode" presStyleCnt="0"/>
      <dgm:spPr/>
    </dgm:pt>
    <dgm:pt modelId="{D477EA15-9A05-433C-A5D8-3F1BA0C6E63D}" type="pres">
      <dgm:prSet presAssocID="{1551EF13-A18E-4FE6-BEA6-B84B0C800EAE}" presName="bgRect" presStyleLbl="bgShp" presStyleIdx="5" presStyleCnt="6"/>
      <dgm:spPr/>
    </dgm:pt>
    <dgm:pt modelId="{F65BFA90-A457-4296-B00B-D7CB7BA8D55F}" type="pres">
      <dgm:prSet presAssocID="{1551EF13-A18E-4FE6-BEA6-B84B0C800EA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C7B75F58-ACD5-4D48-8698-E3C448BF2459}" type="pres">
      <dgm:prSet presAssocID="{1551EF13-A18E-4FE6-BEA6-B84B0C800EAE}" presName="spaceRect" presStyleCnt="0"/>
      <dgm:spPr/>
    </dgm:pt>
    <dgm:pt modelId="{10E9D941-174E-4538-8A8F-49709921FC2A}" type="pres">
      <dgm:prSet presAssocID="{1551EF13-A18E-4FE6-BEA6-B84B0C800EA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6954517-4E5E-4C90-B9E2-ADC89187FA50}" srcId="{302E0FDA-4418-421F-83A6-BA58AF8F4AFC}" destId="{94F216C7-BB94-4E57-842D-D36CDEF352F4}" srcOrd="2" destOrd="0" parTransId="{49BB5553-7DF3-4D0F-9EB2-6F35BF6AD4C2}" sibTransId="{7D745D6D-C9D2-49F3-9514-463B04E887F4}"/>
    <dgm:cxn modelId="{6BF26F21-FD1B-49A5-9118-FD1F5C6414D0}" type="presOf" srcId="{523B67AC-B00D-47AA-9D86-E43A345CA444}" destId="{8FD67F24-484A-4459-BDF9-882E567166E0}" srcOrd="0" destOrd="0" presId="urn:microsoft.com/office/officeart/2018/2/layout/IconVerticalSolidList"/>
    <dgm:cxn modelId="{8107F121-129A-480B-9E9D-82322A3B7B27}" type="presOf" srcId="{302E0FDA-4418-421F-83A6-BA58AF8F4AFC}" destId="{8EACAE26-B967-4314-9FFD-BC07299139F5}" srcOrd="0" destOrd="0" presId="urn:microsoft.com/office/officeart/2018/2/layout/IconVerticalSolidList"/>
    <dgm:cxn modelId="{8B41C830-30B5-4A8B-9728-4554EE714F60}" type="presOf" srcId="{BB0CDC69-839C-40F5-B93F-06A46E30F831}" destId="{159506A5-2CF6-4B72-9DD2-1F46EB0C64A3}" srcOrd="0" destOrd="0" presId="urn:microsoft.com/office/officeart/2018/2/layout/IconVerticalSolidList"/>
    <dgm:cxn modelId="{EFDBB83A-41F0-4B53-B08B-4FECFBD8652E}" srcId="{302E0FDA-4418-421F-83A6-BA58AF8F4AFC}" destId="{C30C5FB7-0313-4E77-B816-34186EACC977}" srcOrd="3" destOrd="0" parTransId="{E630D05C-F943-45F7-89CA-C7E54A977C1F}" sibTransId="{EE763D48-CE15-4D57-B5D2-13D5565D8162}"/>
    <dgm:cxn modelId="{EA581040-46E7-4DBD-8E91-174767726EA7}" type="presOf" srcId="{92514E65-1148-4E82-806C-C107EE380566}" destId="{973914F0-40CE-486F-9C48-EFCD0E8EBD4B}" srcOrd="0" destOrd="0" presId="urn:microsoft.com/office/officeart/2018/2/layout/IconVerticalSolidList"/>
    <dgm:cxn modelId="{AB48B961-AA2B-4FCA-9AE9-37225416B586}" type="presOf" srcId="{94F216C7-BB94-4E57-842D-D36CDEF352F4}" destId="{7C48935A-5387-480C-94D1-223639D31FD8}" srcOrd="0" destOrd="0" presId="urn:microsoft.com/office/officeart/2018/2/layout/IconVerticalSolidList"/>
    <dgm:cxn modelId="{701DE351-2496-42D8-8D9D-308F25419486}" type="presOf" srcId="{1551EF13-A18E-4FE6-BEA6-B84B0C800EAE}" destId="{10E9D941-174E-4538-8A8F-49709921FC2A}" srcOrd="0" destOrd="0" presId="urn:microsoft.com/office/officeart/2018/2/layout/IconVerticalSolidList"/>
    <dgm:cxn modelId="{9900A073-C1B0-4474-8961-FA38120F9BA0}" srcId="{302E0FDA-4418-421F-83A6-BA58AF8F4AFC}" destId="{1551EF13-A18E-4FE6-BEA6-B84B0C800EAE}" srcOrd="5" destOrd="0" parTransId="{B84529CA-5E60-423E-84B6-4ED0D1E6A03D}" sibTransId="{085D8B2D-35D1-49DF-8D4F-3BF10BAA4393}"/>
    <dgm:cxn modelId="{B481AD92-19F7-4E6F-AFA0-C9462C28330D}" type="presOf" srcId="{C30C5FB7-0313-4E77-B816-34186EACC977}" destId="{263C3EB7-E1DA-4F3F-829F-32A0925E986A}" srcOrd="0" destOrd="0" presId="urn:microsoft.com/office/officeart/2018/2/layout/IconVerticalSolidList"/>
    <dgm:cxn modelId="{0F451D97-0D39-4F4B-B9DD-8997C782D3D0}" srcId="{302E0FDA-4418-421F-83A6-BA58AF8F4AFC}" destId="{92514E65-1148-4E82-806C-C107EE380566}" srcOrd="1" destOrd="0" parTransId="{6F9CB977-E20D-48C5-B204-9DD33E438DF5}" sibTransId="{494FB32A-E3BA-4B59-9BCD-D256246F553C}"/>
    <dgm:cxn modelId="{74E36FB2-0E74-45F3-846B-15F0907D12A9}" srcId="{302E0FDA-4418-421F-83A6-BA58AF8F4AFC}" destId="{BB0CDC69-839C-40F5-B93F-06A46E30F831}" srcOrd="0" destOrd="0" parTransId="{E0336954-040C-4540-89C5-C4D7AB3C6080}" sibTransId="{65C2F1E2-5807-4371-9E49-D6B56D89096C}"/>
    <dgm:cxn modelId="{73F4F6FA-B37F-4BE0-AAA4-9D0E8A99ADE1}" srcId="{302E0FDA-4418-421F-83A6-BA58AF8F4AFC}" destId="{523B67AC-B00D-47AA-9D86-E43A345CA444}" srcOrd="4" destOrd="0" parTransId="{B1101D38-60A6-435B-88A0-A6978F63DEC2}" sibTransId="{DAF98916-B8E6-4105-9E81-A61F05E57DC6}"/>
    <dgm:cxn modelId="{353780E3-CEBC-4206-8320-CE7ED96A33E2}" type="presParOf" srcId="{8EACAE26-B967-4314-9FFD-BC07299139F5}" destId="{CD928B32-9B4D-430A-8D9D-26B0126D8B66}" srcOrd="0" destOrd="0" presId="urn:microsoft.com/office/officeart/2018/2/layout/IconVerticalSolidList"/>
    <dgm:cxn modelId="{BF31E1C9-F163-454F-A558-B5BFE07A5221}" type="presParOf" srcId="{CD928B32-9B4D-430A-8D9D-26B0126D8B66}" destId="{6493E3F8-3977-4451-993B-CE3A3AAD9584}" srcOrd="0" destOrd="0" presId="urn:microsoft.com/office/officeart/2018/2/layout/IconVerticalSolidList"/>
    <dgm:cxn modelId="{22200BEA-73DB-4811-B042-610DF5B47D91}" type="presParOf" srcId="{CD928B32-9B4D-430A-8D9D-26B0126D8B66}" destId="{531492E7-D215-48E3-A914-C252CE7F794D}" srcOrd="1" destOrd="0" presId="urn:microsoft.com/office/officeart/2018/2/layout/IconVerticalSolidList"/>
    <dgm:cxn modelId="{AA17E21F-5525-4508-BA61-B3960A1D0CF3}" type="presParOf" srcId="{CD928B32-9B4D-430A-8D9D-26B0126D8B66}" destId="{A3C65624-884F-4A5A-A00E-ACAEB468BD33}" srcOrd="2" destOrd="0" presId="urn:microsoft.com/office/officeart/2018/2/layout/IconVerticalSolidList"/>
    <dgm:cxn modelId="{3534AD9D-CA74-4999-B231-E2BD61C2B466}" type="presParOf" srcId="{CD928B32-9B4D-430A-8D9D-26B0126D8B66}" destId="{159506A5-2CF6-4B72-9DD2-1F46EB0C64A3}" srcOrd="3" destOrd="0" presId="urn:microsoft.com/office/officeart/2018/2/layout/IconVerticalSolidList"/>
    <dgm:cxn modelId="{88F78A24-1DD4-43D0-B74F-13BBE9202093}" type="presParOf" srcId="{8EACAE26-B967-4314-9FFD-BC07299139F5}" destId="{ECC9C501-B93A-45FE-AABF-46BEE3862C2C}" srcOrd="1" destOrd="0" presId="urn:microsoft.com/office/officeart/2018/2/layout/IconVerticalSolidList"/>
    <dgm:cxn modelId="{99E6EC96-A8EE-4C0D-94FB-70553F8344CA}" type="presParOf" srcId="{8EACAE26-B967-4314-9FFD-BC07299139F5}" destId="{AFE3477D-717D-4386-82F5-4EDE65E41C24}" srcOrd="2" destOrd="0" presId="urn:microsoft.com/office/officeart/2018/2/layout/IconVerticalSolidList"/>
    <dgm:cxn modelId="{54BEB602-23AA-4F95-BCBE-2D1EA3394F11}" type="presParOf" srcId="{AFE3477D-717D-4386-82F5-4EDE65E41C24}" destId="{416420BA-6CD2-4C2D-9D36-F2F742A1FB9B}" srcOrd="0" destOrd="0" presId="urn:microsoft.com/office/officeart/2018/2/layout/IconVerticalSolidList"/>
    <dgm:cxn modelId="{6D5B3188-D509-4A91-B207-6E17C9176E9F}" type="presParOf" srcId="{AFE3477D-717D-4386-82F5-4EDE65E41C24}" destId="{B6799D1F-A2E8-414B-AA1E-B2CDC5A54D23}" srcOrd="1" destOrd="0" presId="urn:microsoft.com/office/officeart/2018/2/layout/IconVerticalSolidList"/>
    <dgm:cxn modelId="{2A731908-6811-468D-8C1C-FA1AFE6E03D9}" type="presParOf" srcId="{AFE3477D-717D-4386-82F5-4EDE65E41C24}" destId="{1E9F0677-CEC9-4287-B204-12AFD41A4E30}" srcOrd="2" destOrd="0" presId="urn:microsoft.com/office/officeart/2018/2/layout/IconVerticalSolidList"/>
    <dgm:cxn modelId="{5409BFDE-12BD-4161-AEEC-152AB6395BB8}" type="presParOf" srcId="{AFE3477D-717D-4386-82F5-4EDE65E41C24}" destId="{973914F0-40CE-486F-9C48-EFCD0E8EBD4B}" srcOrd="3" destOrd="0" presId="urn:microsoft.com/office/officeart/2018/2/layout/IconVerticalSolidList"/>
    <dgm:cxn modelId="{E1808B82-4AA0-4B72-B4BA-660DB6299138}" type="presParOf" srcId="{8EACAE26-B967-4314-9FFD-BC07299139F5}" destId="{13C7ED77-4A60-4EEA-A0A1-54147BC391A7}" srcOrd="3" destOrd="0" presId="urn:microsoft.com/office/officeart/2018/2/layout/IconVerticalSolidList"/>
    <dgm:cxn modelId="{5B3B62AB-3760-48A5-8D2F-FFD29B90C9C8}" type="presParOf" srcId="{8EACAE26-B967-4314-9FFD-BC07299139F5}" destId="{FCF6921C-7F6E-4D17-8D9A-C4CA88CCC5EC}" srcOrd="4" destOrd="0" presId="urn:microsoft.com/office/officeart/2018/2/layout/IconVerticalSolidList"/>
    <dgm:cxn modelId="{C401DB41-1416-41BA-99E5-A6E63DB6D151}" type="presParOf" srcId="{FCF6921C-7F6E-4D17-8D9A-C4CA88CCC5EC}" destId="{FA129358-02E7-4F2A-BA8A-FFAC72C80A55}" srcOrd="0" destOrd="0" presId="urn:microsoft.com/office/officeart/2018/2/layout/IconVerticalSolidList"/>
    <dgm:cxn modelId="{BBF4031B-4117-4A6F-96E1-2F57B0823982}" type="presParOf" srcId="{FCF6921C-7F6E-4D17-8D9A-C4CA88CCC5EC}" destId="{ADEB729C-0008-4C2D-8106-165A750825B2}" srcOrd="1" destOrd="0" presId="urn:microsoft.com/office/officeart/2018/2/layout/IconVerticalSolidList"/>
    <dgm:cxn modelId="{8EDDFBCB-E37E-4A90-9E63-0CCE0D94DF97}" type="presParOf" srcId="{FCF6921C-7F6E-4D17-8D9A-C4CA88CCC5EC}" destId="{E6131C5D-FDC2-471E-B7C7-933E2C38CCA2}" srcOrd="2" destOrd="0" presId="urn:microsoft.com/office/officeart/2018/2/layout/IconVerticalSolidList"/>
    <dgm:cxn modelId="{39BF6F0F-35E5-4C0E-AA65-960E26A1DF35}" type="presParOf" srcId="{FCF6921C-7F6E-4D17-8D9A-C4CA88CCC5EC}" destId="{7C48935A-5387-480C-94D1-223639D31FD8}" srcOrd="3" destOrd="0" presId="urn:microsoft.com/office/officeart/2018/2/layout/IconVerticalSolidList"/>
    <dgm:cxn modelId="{060BFC9F-D662-4B29-BDB3-87798F09369F}" type="presParOf" srcId="{8EACAE26-B967-4314-9FFD-BC07299139F5}" destId="{2A76FA40-CDB1-4B30-BC49-AFD0EFD4B0EE}" srcOrd="5" destOrd="0" presId="urn:microsoft.com/office/officeart/2018/2/layout/IconVerticalSolidList"/>
    <dgm:cxn modelId="{BBCF2319-D196-4524-BED0-3945DD6086C1}" type="presParOf" srcId="{8EACAE26-B967-4314-9FFD-BC07299139F5}" destId="{7A1C8682-D0AE-47A6-9C13-01C404C5A746}" srcOrd="6" destOrd="0" presId="urn:microsoft.com/office/officeart/2018/2/layout/IconVerticalSolidList"/>
    <dgm:cxn modelId="{9EE4DB43-D014-41A4-86FD-3168CB5EA95B}" type="presParOf" srcId="{7A1C8682-D0AE-47A6-9C13-01C404C5A746}" destId="{83397174-319C-4CAE-8E7F-426DCEE8A655}" srcOrd="0" destOrd="0" presId="urn:microsoft.com/office/officeart/2018/2/layout/IconVerticalSolidList"/>
    <dgm:cxn modelId="{4DFE4A18-3748-4C3E-A644-4D5F2ACA3414}" type="presParOf" srcId="{7A1C8682-D0AE-47A6-9C13-01C404C5A746}" destId="{83FC8A91-D170-4B64-AA98-F754E9559D37}" srcOrd="1" destOrd="0" presId="urn:microsoft.com/office/officeart/2018/2/layout/IconVerticalSolidList"/>
    <dgm:cxn modelId="{208FF99C-3B13-4859-A361-905727A2741C}" type="presParOf" srcId="{7A1C8682-D0AE-47A6-9C13-01C404C5A746}" destId="{D6776CE4-AB44-490B-9A93-B1562B1C84A2}" srcOrd="2" destOrd="0" presId="urn:microsoft.com/office/officeart/2018/2/layout/IconVerticalSolidList"/>
    <dgm:cxn modelId="{D6C27D43-5086-444F-B7DD-CD18B17F8F7A}" type="presParOf" srcId="{7A1C8682-D0AE-47A6-9C13-01C404C5A746}" destId="{263C3EB7-E1DA-4F3F-829F-32A0925E986A}" srcOrd="3" destOrd="0" presId="urn:microsoft.com/office/officeart/2018/2/layout/IconVerticalSolidList"/>
    <dgm:cxn modelId="{87ED5111-1BB7-431E-AEFA-4007F429270A}" type="presParOf" srcId="{8EACAE26-B967-4314-9FFD-BC07299139F5}" destId="{71E707AC-E41A-4D82-8024-1E50F0084484}" srcOrd="7" destOrd="0" presId="urn:microsoft.com/office/officeart/2018/2/layout/IconVerticalSolidList"/>
    <dgm:cxn modelId="{48A8BBA6-6CBC-4820-8C8F-C5C6CB607A52}" type="presParOf" srcId="{8EACAE26-B967-4314-9FFD-BC07299139F5}" destId="{B1A0AFA6-0849-49F8-95CD-C685B7F022A4}" srcOrd="8" destOrd="0" presId="urn:microsoft.com/office/officeart/2018/2/layout/IconVerticalSolidList"/>
    <dgm:cxn modelId="{5CE05885-EC4B-4ECD-ADED-B5E73A9C17A6}" type="presParOf" srcId="{B1A0AFA6-0849-49F8-95CD-C685B7F022A4}" destId="{051E9CF7-2CAB-4837-ACF5-D899730838DF}" srcOrd="0" destOrd="0" presId="urn:microsoft.com/office/officeart/2018/2/layout/IconVerticalSolidList"/>
    <dgm:cxn modelId="{E973BDD0-5590-4EB7-A93D-8A5966A6B9C0}" type="presParOf" srcId="{B1A0AFA6-0849-49F8-95CD-C685B7F022A4}" destId="{FC73E30B-B945-4799-85A1-E354A81C7261}" srcOrd="1" destOrd="0" presId="urn:microsoft.com/office/officeart/2018/2/layout/IconVerticalSolidList"/>
    <dgm:cxn modelId="{3348E6AA-985E-4734-8923-F722AC9BC176}" type="presParOf" srcId="{B1A0AFA6-0849-49F8-95CD-C685B7F022A4}" destId="{3E8D3BC7-46FC-444A-9E57-62F75E068E40}" srcOrd="2" destOrd="0" presId="urn:microsoft.com/office/officeart/2018/2/layout/IconVerticalSolidList"/>
    <dgm:cxn modelId="{35DA2302-CA5C-4CC1-9AE2-3BBF1BC7B049}" type="presParOf" srcId="{B1A0AFA6-0849-49F8-95CD-C685B7F022A4}" destId="{8FD67F24-484A-4459-BDF9-882E567166E0}" srcOrd="3" destOrd="0" presId="urn:microsoft.com/office/officeart/2018/2/layout/IconVerticalSolidList"/>
    <dgm:cxn modelId="{C7283CE1-D85F-4EE4-933C-463B1DFEACC6}" type="presParOf" srcId="{8EACAE26-B967-4314-9FFD-BC07299139F5}" destId="{E46D9278-8BC2-41D6-BEDE-6E7B047F3DE7}" srcOrd="9" destOrd="0" presId="urn:microsoft.com/office/officeart/2018/2/layout/IconVerticalSolidList"/>
    <dgm:cxn modelId="{0AE88561-BEC4-4B85-9D0B-F0AD860C4BA5}" type="presParOf" srcId="{8EACAE26-B967-4314-9FFD-BC07299139F5}" destId="{7748E38B-2D2C-4D7D-AA9C-A643720E6801}" srcOrd="10" destOrd="0" presId="urn:microsoft.com/office/officeart/2018/2/layout/IconVerticalSolidList"/>
    <dgm:cxn modelId="{F56FBD28-E74D-45E9-91EA-2044D010E2DF}" type="presParOf" srcId="{7748E38B-2D2C-4D7D-AA9C-A643720E6801}" destId="{D477EA15-9A05-433C-A5D8-3F1BA0C6E63D}" srcOrd="0" destOrd="0" presId="urn:microsoft.com/office/officeart/2018/2/layout/IconVerticalSolidList"/>
    <dgm:cxn modelId="{18BCF7D1-C6BC-42BD-91D6-3C67F5A46165}" type="presParOf" srcId="{7748E38B-2D2C-4D7D-AA9C-A643720E6801}" destId="{F65BFA90-A457-4296-B00B-D7CB7BA8D55F}" srcOrd="1" destOrd="0" presId="urn:microsoft.com/office/officeart/2018/2/layout/IconVerticalSolidList"/>
    <dgm:cxn modelId="{28884F00-7C7C-4DBD-BE87-EF9B6FC5C5A7}" type="presParOf" srcId="{7748E38B-2D2C-4D7D-AA9C-A643720E6801}" destId="{C7B75F58-ACD5-4D48-8698-E3C448BF2459}" srcOrd="2" destOrd="0" presId="urn:microsoft.com/office/officeart/2018/2/layout/IconVerticalSolidList"/>
    <dgm:cxn modelId="{2644F4B1-A1B9-4BB5-ACB5-D40E7681808C}" type="presParOf" srcId="{7748E38B-2D2C-4D7D-AA9C-A643720E6801}" destId="{10E9D941-174E-4538-8A8F-49709921FC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5FF789-60B0-47B0-A5A1-118F2E5E27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7FA44D-FC41-42F2-ABC4-CBEB10DB9F9F}">
      <dgm:prSet/>
      <dgm:spPr/>
      <dgm:t>
        <a:bodyPr/>
        <a:lstStyle/>
        <a:p>
          <a:r>
            <a:rPr lang="en-US" dirty="0"/>
            <a:t>Branch name validation using defined patterns</a:t>
          </a:r>
        </a:p>
      </dgm:t>
    </dgm:pt>
    <dgm:pt modelId="{4F20E5B6-F908-4817-9B68-EF42EFD0CF15}" type="parTrans" cxnId="{3C4544D5-253E-4708-BC60-1F4899FA98B0}">
      <dgm:prSet/>
      <dgm:spPr/>
      <dgm:t>
        <a:bodyPr/>
        <a:lstStyle/>
        <a:p>
          <a:endParaRPr lang="en-US"/>
        </a:p>
      </dgm:t>
    </dgm:pt>
    <dgm:pt modelId="{C93E7190-B9F8-4F7E-AAA9-A132D30115C2}" type="sibTrans" cxnId="{3C4544D5-253E-4708-BC60-1F4899FA98B0}">
      <dgm:prSet/>
      <dgm:spPr/>
      <dgm:t>
        <a:bodyPr/>
        <a:lstStyle/>
        <a:p>
          <a:endParaRPr lang="en-US"/>
        </a:p>
      </dgm:t>
    </dgm:pt>
    <dgm:pt modelId="{541073F2-F1C5-4EF9-80A1-0760BB2AAD85}">
      <dgm:prSet/>
      <dgm:spPr/>
      <dgm:t>
        <a:bodyPr/>
        <a:lstStyle/>
        <a:p>
          <a:r>
            <a:rPr lang="en-US" dirty="0"/>
            <a:t>Commit message validation using Conventional Commits</a:t>
          </a:r>
        </a:p>
      </dgm:t>
    </dgm:pt>
    <dgm:pt modelId="{C0C78539-2D22-4999-A9C2-DB6565B5DA24}" type="parTrans" cxnId="{093305A3-781C-4A07-BB58-46CC22DE1FB9}">
      <dgm:prSet/>
      <dgm:spPr/>
      <dgm:t>
        <a:bodyPr/>
        <a:lstStyle/>
        <a:p>
          <a:endParaRPr lang="en-US"/>
        </a:p>
      </dgm:t>
    </dgm:pt>
    <dgm:pt modelId="{3728BCCD-D909-42E1-92C3-ED8D51261BCF}" type="sibTrans" cxnId="{093305A3-781C-4A07-BB58-46CC22DE1FB9}">
      <dgm:prSet/>
      <dgm:spPr/>
      <dgm:t>
        <a:bodyPr/>
        <a:lstStyle/>
        <a:p>
          <a:endParaRPr lang="en-US"/>
        </a:p>
      </dgm:t>
    </dgm:pt>
    <dgm:pt modelId="{3BC8FA91-699F-4D74-B6F0-A8A36F2F8D48}">
      <dgm:prSet/>
      <dgm:spPr/>
      <dgm:t>
        <a:bodyPr/>
        <a:lstStyle/>
        <a:p>
          <a:r>
            <a:rPr lang="en-US" dirty="0"/>
            <a:t>Configurable rules using JSON</a:t>
          </a:r>
        </a:p>
      </dgm:t>
    </dgm:pt>
    <dgm:pt modelId="{F6202369-3119-485C-8382-43078195D39D}" type="parTrans" cxnId="{DE3D8272-0B42-423E-921F-A73C5246ED3E}">
      <dgm:prSet/>
      <dgm:spPr/>
      <dgm:t>
        <a:bodyPr/>
        <a:lstStyle/>
        <a:p>
          <a:endParaRPr lang="en-US"/>
        </a:p>
      </dgm:t>
    </dgm:pt>
    <dgm:pt modelId="{24B4161F-D9DC-4019-AD25-EE44B0A93891}" type="sibTrans" cxnId="{DE3D8272-0B42-423E-921F-A73C5246ED3E}">
      <dgm:prSet/>
      <dgm:spPr/>
      <dgm:t>
        <a:bodyPr/>
        <a:lstStyle/>
        <a:p>
          <a:endParaRPr lang="en-US"/>
        </a:p>
      </dgm:t>
    </dgm:pt>
    <dgm:pt modelId="{5A38CFB5-8D86-45BB-8DCB-FB71F3779E5A}">
      <dgm:prSet/>
      <dgm:spPr/>
      <dgm:t>
        <a:bodyPr/>
        <a:lstStyle/>
        <a:p>
          <a:r>
            <a:rPr lang="en-US" dirty="0"/>
            <a:t>CLI interface using </a:t>
          </a:r>
          <a:r>
            <a:rPr lang="en-US" dirty="0" err="1"/>
            <a:t>argparse</a:t>
          </a:r>
          <a:endParaRPr lang="en-US" dirty="0"/>
        </a:p>
      </dgm:t>
    </dgm:pt>
    <dgm:pt modelId="{4515EB09-55D0-4A9D-BAF2-41EF6DC058B4}" type="parTrans" cxnId="{AF89F4D5-067B-4D9C-A112-3A6ABD55FFFE}">
      <dgm:prSet/>
      <dgm:spPr/>
      <dgm:t>
        <a:bodyPr/>
        <a:lstStyle/>
        <a:p>
          <a:endParaRPr lang="en-US"/>
        </a:p>
      </dgm:t>
    </dgm:pt>
    <dgm:pt modelId="{3AE0D418-BBAE-401F-922F-02D73FEF80D0}" type="sibTrans" cxnId="{AF89F4D5-067B-4D9C-A112-3A6ABD55FFFE}">
      <dgm:prSet/>
      <dgm:spPr/>
      <dgm:t>
        <a:bodyPr/>
        <a:lstStyle/>
        <a:p>
          <a:endParaRPr lang="en-US"/>
        </a:p>
      </dgm:t>
    </dgm:pt>
    <dgm:pt modelId="{7CDC4CA6-2C4C-457B-BEBD-4B7EBBB158DE}">
      <dgm:prSet/>
      <dgm:spPr/>
      <dgm:t>
        <a:bodyPr/>
        <a:lstStyle/>
        <a:p>
          <a:r>
            <a:rPr lang="en-US" dirty="0"/>
            <a:t>Structured logging</a:t>
          </a:r>
        </a:p>
      </dgm:t>
    </dgm:pt>
    <dgm:pt modelId="{5152186D-E927-4A4D-B398-2FA59ABC9EDE}" type="parTrans" cxnId="{0A8FB94D-E1E8-4E68-9BF1-CF3B3495D607}">
      <dgm:prSet/>
      <dgm:spPr/>
      <dgm:t>
        <a:bodyPr/>
        <a:lstStyle/>
        <a:p>
          <a:endParaRPr lang="en-US"/>
        </a:p>
      </dgm:t>
    </dgm:pt>
    <dgm:pt modelId="{D7BF9232-9CEA-4784-81C4-C0030C8C7D47}" type="sibTrans" cxnId="{0A8FB94D-E1E8-4E68-9BF1-CF3B3495D607}">
      <dgm:prSet/>
      <dgm:spPr/>
      <dgm:t>
        <a:bodyPr/>
        <a:lstStyle/>
        <a:p>
          <a:endParaRPr lang="en-US"/>
        </a:p>
      </dgm:t>
    </dgm:pt>
    <dgm:pt modelId="{ECD62DF0-E046-439E-A66E-2F7031BF59A2}">
      <dgm:prSet/>
      <dgm:spPr/>
      <dgm:t>
        <a:bodyPr/>
        <a:lstStyle/>
        <a:p>
          <a:r>
            <a:rPr lang="en-US" dirty="0"/>
            <a:t>CI/CD compatible exit codes</a:t>
          </a:r>
        </a:p>
      </dgm:t>
    </dgm:pt>
    <dgm:pt modelId="{CE64975D-4B52-45B6-A9B3-D2C1B5874ED7}" type="parTrans" cxnId="{A19B199E-A7D2-4789-BCE2-A7F6B957A612}">
      <dgm:prSet/>
      <dgm:spPr/>
      <dgm:t>
        <a:bodyPr/>
        <a:lstStyle/>
        <a:p>
          <a:endParaRPr lang="en-US"/>
        </a:p>
      </dgm:t>
    </dgm:pt>
    <dgm:pt modelId="{B58232A1-DAC9-4583-AC1F-7CE5E9F56178}" type="sibTrans" cxnId="{A19B199E-A7D2-4789-BCE2-A7F6B957A612}">
      <dgm:prSet/>
      <dgm:spPr/>
      <dgm:t>
        <a:bodyPr/>
        <a:lstStyle/>
        <a:p>
          <a:endParaRPr lang="en-US"/>
        </a:p>
      </dgm:t>
    </dgm:pt>
    <dgm:pt modelId="{99AD62C7-FBC9-48DA-A8B1-5FE489F37270}">
      <dgm:prSet/>
      <dgm:spPr/>
      <dgm:t>
        <a:bodyPr/>
        <a:lstStyle/>
        <a:p>
          <a:r>
            <a:rPr lang="en-US" dirty="0"/>
            <a:t>Modular and extensible design</a:t>
          </a:r>
        </a:p>
      </dgm:t>
    </dgm:pt>
    <dgm:pt modelId="{2971FCAF-F0DD-4BAF-A6CD-EBB2017169C6}" type="parTrans" cxnId="{48C9F61D-409C-48EA-8D5E-010860322106}">
      <dgm:prSet/>
      <dgm:spPr/>
      <dgm:t>
        <a:bodyPr/>
        <a:lstStyle/>
        <a:p>
          <a:endParaRPr lang="en-US"/>
        </a:p>
      </dgm:t>
    </dgm:pt>
    <dgm:pt modelId="{9045DB33-3401-4846-8BE7-E3E8FACC4013}" type="sibTrans" cxnId="{48C9F61D-409C-48EA-8D5E-010860322106}">
      <dgm:prSet/>
      <dgm:spPr/>
      <dgm:t>
        <a:bodyPr/>
        <a:lstStyle/>
        <a:p>
          <a:endParaRPr lang="en-US"/>
        </a:p>
      </dgm:t>
    </dgm:pt>
    <dgm:pt modelId="{FAB04DAD-5860-43C6-8F02-FEC2667E3A51}" type="pres">
      <dgm:prSet presAssocID="{795FF789-60B0-47B0-A5A1-118F2E5E2775}" presName="root" presStyleCnt="0">
        <dgm:presLayoutVars>
          <dgm:dir/>
          <dgm:resizeHandles val="exact"/>
        </dgm:presLayoutVars>
      </dgm:prSet>
      <dgm:spPr/>
    </dgm:pt>
    <dgm:pt modelId="{C2077E79-382F-4667-9661-BA4D960C95A9}" type="pres">
      <dgm:prSet presAssocID="{2C7FA44D-FC41-42F2-ABC4-CBEB10DB9F9F}" presName="compNode" presStyleCnt="0"/>
      <dgm:spPr/>
    </dgm:pt>
    <dgm:pt modelId="{0AC51980-712B-4DBD-9310-D3C7A7EB897C}" type="pres">
      <dgm:prSet presAssocID="{2C7FA44D-FC41-42F2-ABC4-CBEB10DB9F9F}" presName="bgRect" presStyleLbl="bgShp" presStyleIdx="0" presStyleCnt="7"/>
      <dgm:spPr/>
    </dgm:pt>
    <dgm:pt modelId="{D7654E6E-2B3E-4EEB-914B-F58461775212}" type="pres">
      <dgm:prSet presAssocID="{2C7FA44D-FC41-42F2-ABC4-CBEB10DB9F9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E7A5223-DDD3-4E3F-8B2E-7BA814C00FF5}" type="pres">
      <dgm:prSet presAssocID="{2C7FA44D-FC41-42F2-ABC4-CBEB10DB9F9F}" presName="spaceRect" presStyleCnt="0"/>
      <dgm:spPr/>
    </dgm:pt>
    <dgm:pt modelId="{C5F72DC7-B4A1-4B01-AFC9-B0D3D412EF37}" type="pres">
      <dgm:prSet presAssocID="{2C7FA44D-FC41-42F2-ABC4-CBEB10DB9F9F}" presName="parTx" presStyleLbl="revTx" presStyleIdx="0" presStyleCnt="7">
        <dgm:presLayoutVars>
          <dgm:chMax val="0"/>
          <dgm:chPref val="0"/>
        </dgm:presLayoutVars>
      </dgm:prSet>
      <dgm:spPr/>
    </dgm:pt>
    <dgm:pt modelId="{4DA75483-A820-4BA9-A2F8-F64D7E960FF5}" type="pres">
      <dgm:prSet presAssocID="{C93E7190-B9F8-4F7E-AAA9-A132D30115C2}" presName="sibTrans" presStyleCnt="0"/>
      <dgm:spPr/>
    </dgm:pt>
    <dgm:pt modelId="{7CA197F1-27FA-4699-86BA-8A274067DBA1}" type="pres">
      <dgm:prSet presAssocID="{541073F2-F1C5-4EF9-80A1-0760BB2AAD85}" presName="compNode" presStyleCnt="0"/>
      <dgm:spPr/>
    </dgm:pt>
    <dgm:pt modelId="{A93E5623-7224-4D45-BF44-F4967891F116}" type="pres">
      <dgm:prSet presAssocID="{541073F2-F1C5-4EF9-80A1-0760BB2AAD85}" presName="bgRect" presStyleLbl="bgShp" presStyleIdx="1" presStyleCnt="7"/>
      <dgm:spPr/>
    </dgm:pt>
    <dgm:pt modelId="{2CEA230C-7626-40F7-BC2E-C9E548246622}" type="pres">
      <dgm:prSet presAssocID="{541073F2-F1C5-4EF9-80A1-0760BB2AAD8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3830FCF-96F3-45DE-BB2D-E279EED788DD}" type="pres">
      <dgm:prSet presAssocID="{541073F2-F1C5-4EF9-80A1-0760BB2AAD85}" presName="spaceRect" presStyleCnt="0"/>
      <dgm:spPr/>
    </dgm:pt>
    <dgm:pt modelId="{6FDE80E0-E9DE-4FAE-831B-2FA3C727E954}" type="pres">
      <dgm:prSet presAssocID="{541073F2-F1C5-4EF9-80A1-0760BB2AAD85}" presName="parTx" presStyleLbl="revTx" presStyleIdx="1" presStyleCnt="7">
        <dgm:presLayoutVars>
          <dgm:chMax val="0"/>
          <dgm:chPref val="0"/>
        </dgm:presLayoutVars>
      </dgm:prSet>
      <dgm:spPr/>
    </dgm:pt>
    <dgm:pt modelId="{D9E52BB7-F727-465B-9EEA-13D5DF93EC5C}" type="pres">
      <dgm:prSet presAssocID="{3728BCCD-D909-42E1-92C3-ED8D51261BCF}" presName="sibTrans" presStyleCnt="0"/>
      <dgm:spPr/>
    </dgm:pt>
    <dgm:pt modelId="{90B321FD-934A-4568-90F7-55914886B830}" type="pres">
      <dgm:prSet presAssocID="{3BC8FA91-699F-4D74-B6F0-A8A36F2F8D48}" presName="compNode" presStyleCnt="0"/>
      <dgm:spPr/>
    </dgm:pt>
    <dgm:pt modelId="{ADFEBEA3-CB51-442F-8776-4486CF084EA6}" type="pres">
      <dgm:prSet presAssocID="{3BC8FA91-699F-4D74-B6F0-A8A36F2F8D48}" presName="bgRect" presStyleLbl="bgShp" presStyleIdx="2" presStyleCnt="7"/>
      <dgm:spPr/>
    </dgm:pt>
    <dgm:pt modelId="{92BA678D-B745-47F1-9665-5102E3B59C4B}" type="pres">
      <dgm:prSet presAssocID="{3BC8FA91-699F-4D74-B6F0-A8A36F2F8D4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A82ED4F-D534-42E0-9516-4B0BB3152219}" type="pres">
      <dgm:prSet presAssocID="{3BC8FA91-699F-4D74-B6F0-A8A36F2F8D48}" presName="spaceRect" presStyleCnt="0"/>
      <dgm:spPr/>
    </dgm:pt>
    <dgm:pt modelId="{FE1C4D5A-BF65-42D6-BD5A-E8DAB62319EF}" type="pres">
      <dgm:prSet presAssocID="{3BC8FA91-699F-4D74-B6F0-A8A36F2F8D48}" presName="parTx" presStyleLbl="revTx" presStyleIdx="2" presStyleCnt="7">
        <dgm:presLayoutVars>
          <dgm:chMax val="0"/>
          <dgm:chPref val="0"/>
        </dgm:presLayoutVars>
      </dgm:prSet>
      <dgm:spPr/>
    </dgm:pt>
    <dgm:pt modelId="{2B51A72D-C1B2-43F1-9702-8632BFC5506A}" type="pres">
      <dgm:prSet presAssocID="{24B4161F-D9DC-4019-AD25-EE44B0A93891}" presName="sibTrans" presStyleCnt="0"/>
      <dgm:spPr/>
    </dgm:pt>
    <dgm:pt modelId="{FC480578-78E1-4215-BF1B-7B899233C8CE}" type="pres">
      <dgm:prSet presAssocID="{5A38CFB5-8D86-45BB-8DCB-FB71F3779E5A}" presName="compNode" presStyleCnt="0"/>
      <dgm:spPr/>
    </dgm:pt>
    <dgm:pt modelId="{7F2DA56C-E91D-4876-A37A-AF643BE4F97B}" type="pres">
      <dgm:prSet presAssocID="{5A38CFB5-8D86-45BB-8DCB-FB71F3779E5A}" presName="bgRect" presStyleLbl="bgShp" presStyleIdx="3" presStyleCnt="7"/>
      <dgm:spPr/>
    </dgm:pt>
    <dgm:pt modelId="{5F81104D-B40F-43A1-878F-00F2B1CB4862}" type="pres">
      <dgm:prSet presAssocID="{5A38CFB5-8D86-45BB-8DCB-FB71F3779E5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A0315E4D-1E4E-4C6C-B13B-863083E5C1EC}" type="pres">
      <dgm:prSet presAssocID="{5A38CFB5-8D86-45BB-8DCB-FB71F3779E5A}" presName="spaceRect" presStyleCnt="0"/>
      <dgm:spPr/>
    </dgm:pt>
    <dgm:pt modelId="{FD55699C-6FF9-4E02-A05C-C164FDDD4BF7}" type="pres">
      <dgm:prSet presAssocID="{5A38CFB5-8D86-45BB-8DCB-FB71F3779E5A}" presName="parTx" presStyleLbl="revTx" presStyleIdx="3" presStyleCnt="7">
        <dgm:presLayoutVars>
          <dgm:chMax val="0"/>
          <dgm:chPref val="0"/>
        </dgm:presLayoutVars>
      </dgm:prSet>
      <dgm:spPr/>
    </dgm:pt>
    <dgm:pt modelId="{6B5FFA45-9E44-4730-9EB4-05F359020F62}" type="pres">
      <dgm:prSet presAssocID="{3AE0D418-BBAE-401F-922F-02D73FEF80D0}" presName="sibTrans" presStyleCnt="0"/>
      <dgm:spPr/>
    </dgm:pt>
    <dgm:pt modelId="{696F30D9-2EBC-4DCF-816D-90A34161CB4F}" type="pres">
      <dgm:prSet presAssocID="{7CDC4CA6-2C4C-457B-BEBD-4B7EBBB158DE}" presName="compNode" presStyleCnt="0"/>
      <dgm:spPr/>
    </dgm:pt>
    <dgm:pt modelId="{2648E53B-3C95-4AF0-89E5-38C50BDFD3A6}" type="pres">
      <dgm:prSet presAssocID="{7CDC4CA6-2C4C-457B-BEBD-4B7EBBB158DE}" presName="bgRect" presStyleLbl="bgShp" presStyleIdx="4" presStyleCnt="7"/>
      <dgm:spPr/>
    </dgm:pt>
    <dgm:pt modelId="{2A229B9F-E6EB-4198-AEE4-FDB32DE2CAAD}" type="pres">
      <dgm:prSet presAssocID="{7CDC4CA6-2C4C-457B-BEBD-4B7EBBB158D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C4A03E12-4626-44F4-BBC3-DAFB93E93682}" type="pres">
      <dgm:prSet presAssocID="{7CDC4CA6-2C4C-457B-BEBD-4B7EBBB158DE}" presName="spaceRect" presStyleCnt="0"/>
      <dgm:spPr/>
    </dgm:pt>
    <dgm:pt modelId="{73523998-CBED-42B2-8E08-0B7294A75B7F}" type="pres">
      <dgm:prSet presAssocID="{7CDC4CA6-2C4C-457B-BEBD-4B7EBBB158DE}" presName="parTx" presStyleLbl="revTx" presStyleIdx="4" presStyleCnt="7">
        <dgm:presLayoutVars>
          <dgm:chMax val="0"/>
          <dgm:chPref val="0"/>
        </dgm:presLayoutVars>
      </dgm:prSet>
      <dgm:spPr/>
    </dgm:pt>
    <dgm:pt modelId="{66DCEE36-BD03-4C9A-9D9A-7CA3873F2111}" type="pres">
      <dgm:prSet presAssocID="{D7BF9232-9CEA-4784-81C4-C0030C8C7D47}" presName="sibTrans" presStyleCnt="0"/>
      <dgm:spPr/>
    </dgm:pt>
    <dgm:pt modelId="{4BCB3466-CBB8-454A-98F1-FE0F529AC79A}" type="pres">
      <dgm:prSet presAssocID="{ECD62DF0-E046-439E-A66E-2F7031BF59A2}" presName="compNode" presStyleCnt="0"/>
      <dgm:spPr/>
    </dgm:pt>
    <dgm:pt modelId="{08E304E7-ABF1-4971-AC8D-1D7E07BBCBFA}" type="pres">
      <dgm:prSet presAssocID="{ECD62DF0-E046-439E-A66E-2F7031BF59A2}" presName="bgRect" presStyleLbl="bgShp" presStyleIdx="5" presStyleCnt="7"/>
      <dgm:spPr/>
    </dgm:pt>
    <dgm:pt modelId="{F720118A-0A26-46E8-8F18-1B906257F8D4}" type="pres">
      <dgm:prSet presAssocID="{ECD62DF0-E046-439E-A66E-2F7031BF59A2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EE262902-C315-47BB-B673-14471A71F1E1}" type="pres">
      <dgm:prSet presAssocID="{ECD62DF0-E046-439E-A66E-2F7031BF59A2}" presName="spaceRect" presStyleCnt="0"/>
      <dgm:spPr/>
    </dgm:pt>
    <dgm:pt modelId="{953578EC-D3AE-4701-BC6F-1B5923DFD4A8}" type="pres">
      <dgm:prSet presAssocID="{ECD62DF0-E046-439E-A66E-2F7031BF59A2}" presName="parTx" presStyleLbl="revTx" presStyleIdx="5" presStyleCnt="7">
        <dgm:presLayoutVars>
          <dgm:chMax val="0"/>
          <dgm:chPref val="0"/>
        </dgm:presLayoutVars>
      </dgm:prSet>
      <dgm:spPr/>
    </dgm:pt>
    <dgm:pt modelId="{B9731F91-A068-4C6B-B71A-E0B694B3C225}" type="pres">
      <dgm:prSet presAssocID="{B58232A1-DAC9-4583-AC1F-7CE5E9F56178}" presName="sibTrans" presStyleCnt="0"/>
      <dgm:spPr/>
    </dgm:pt>
    <dgm:pt modelId="{63B4A276-0C0A-4DC0-8225-F56635F8524A}" type="pres">
      <dgm:prSet presAssocID="{99AD62C7-FBC9-48DA-A8B1-5FE489F37270}" presName="compNode" presStyleCnt="0"/>
      <dgm:spPr/>
    </dgm:pt>
    <dgm:pt modelId="{90D512BB-31A6-4973-AB95-1022547A9095}" type="pres">
      <dgm:prSet presAssocID="{99AD62C7-FBC9-48DA-A8B1-5FE489F37270}" presName="bgRect" presStyleLbl="bgShp" presStyleIdx="6" presStyleCnt="7"/>
      <dgm:spPr/>
    </dgm:pt>
    <dgm:pt modelId="{0D02EA3C-96E8-410E-B1F8-1023059275E6}" type="pres">
      <dgm:prSet presAssocID="{99AD62C7-FBC9-48DA-A8B1-5FE489F3727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ttens"/>
        </a:ext>
      </dgm:extLst>
    </dgm:pt>
    <dgm:pt modelId="{BFE2F6A3-C01E-478B-AF6D-049A4ACB8EB8}" type="pres">
      <dgm:prSet presAssocID="{99AD62C7-FBC9-48DA-A8B1-5FE489F37270}" presName="spaceRect" presStyleCnt="0"/>
      <dgm:spPr/>
    </dgm:pt>
    <dgm:pt modelId="{C024AD53-5037-450F-847D-568696EAA455}" type="pres">
      <dgm:prSet presAssocID="{99AD62C7-FBC9-48DA-A8B1-5FE489F3727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5A3FCA03-16A6-49B2-88E2-7FC374824FBB}" type="presOf" srcId="{541073F2-F1C5-4EF9-80A1-0760BB2AAD85}" destId="{6FDE80E0-E9DE-4FAE-831B-2FA3C727E954}" srcOrd="0" destOrd="0" presId="urn:microsoft.com/office/officeart/2018/2/layout/IconVerticalSolidList"/>
    <dgm:cxn modelId="{48C9F61D-409C-48EA-8D5E-010860322106}" srcId="{795FF789-60B0-47B0-A5A1-118F2E5E2775}" destId="{99AD62C7-FBC9-48DA-A8B1-5FE489F37270}" srcOrd="6" destOrd="0" parTransId="{2971FCAF-F0DD-4BAF-A6CD-EBB2017169C6}" sibTransId="{9045DB33-3401-4846-8BE7-E3E8FACC4013}"/>
    <dgm:cxn modelId="{9149F71D-BD1E-42E8-8730-635CB3D58230}" type="presOf" srcId="{3BC8FA91-699F-4D74-B6F0-A8A36F2F8D48}" destId="{FE1C4D5A-BF65-42D6-BD5A-E8DAB62319EF}" srcOrd="0" destOrd="0" presId="urn:microsoft.com/office/officeart/2018/2/layout/IconVerticalSolidList"/>
    <dgm:cxn modelId="{7677352D-ED3D-488A-9B41-0046EF0553D0}" type="presOf" srcId="{2C7FA44D-FC41-42F2-ABC4-CBEB10DB9F9F}" destId="{C5F72DC7-B4A1-4B01-AFC9-B0D3D412EF37}" srcOrd="0" destOrd="0" presId="urn:microsoft.com/office/officeart/2018/2/layout/IconVerticalSolidList"/>
    <dgm:cxn modelId="{7EDEE45E-7C78-411B-8EE2-41F390B41EEF}" type="presOf" srcId="{99AD62C7-FBC9-48DA-A8B1-5FE489F37270}" destId="{C024AD53-5037-450F-847D-568696EAA455}" srcOrd="0" destOrd="0" presId="urn:microsoft.com/office/officeart/2018/2/layout/IconVerticalSolidList"/>
    <dgm:cxn modelId="{0A8FB94D-E1E8-4E68-9BF1-CF3B3495D607}" srcId="{795FF789-60B0-47B0-A5A1-118F2E5E2775}" destId="{7CDC4CA6-2C4C-457B-BEBD-4B7EBBB158DE}" srcOrd="4" destOrd="0" parTransId="{5152186D-E927-4A4D-B398-2FA59ABC9EDE}" sibTransId="{D7BF9232-9CEA-4784-81C4-C0030C8C7D47}"/>
    <dgm:cxn modelId="{DE3D8272-0B42-423E-921F-A73C5246ED3E}" srcId="{795FF789-60B0-47B0-A5A1-118F2E5E2775}" destId="{3BC8FA91-699F-4D74-B6F0-A8A36F2F8D48}" srcOrd="2" destOrd="0" parTransId="{F6202369-3119-485C-8382-43078195D39D}" sibTransId="{24B4161F-D9DC-4019-AD25-EE44B0A93891}"/>
    <dgm:cxn modelId="{06DD6D8A-F8E2-4F9A-BAEA-C55CB1B413B9}" type="presOf" srcId="{5A38CFB5-8D86-45BB-8DCB-FB71F3779E5A}" destId="{FD55699C-6FF9-4E02-A05C-C164FDDD4BF7}" srcOrd="0" destOrd="0" presId="urn:microsoft.com/office/officeart/2018/2/layout/IconVerticalSolidList"/>
    <dgm:cxn modelId="{EEB63395-A5BF-4B0C-B05B-EF95BC8A30D4}" type="presOf" srcId="{ECD62DF0-E046-439E-A66E-2F7031BF59A2}" destId="{953578EC-D3AE-4701-BC6F-1B5923DFD4A8}" srcOrd="0" destOrd="0" presId="urn:microsoft.com/office/officeart/2018/2/layout/IconVerticalSolidList"/>
    <dgm:cxn modelId="{A19B199E-A7D2-4789-BCE2-A7F6B957A612}" srcId="{795FF789-60B0-47B0-A5A1-118F2E5E2775}" destId="{ECD62DF0-E046-439E-A66E-2F7031BF59A2}" srcOrd="5" destOrd="0" parTransId="{CE64975D-4B52-45B6-A9B3-D2C1B5874ED7}" sibTransId="{B58232A1-DAC9-4583-AC1F-7CE5E9F56178}"/>
    <dgm:cxn modelId="{093305A3-781C-4A07-BB58-46CC22DE1FB9}" srcId="{795FF789-60B0-47B0-A5A1-118F2E5E2775}" destId="{541073F2-F1C5-4EF9-80A1-0760BB2AAD85}" srcOrd="1" destOrd="0" parTransId="{C0C78539-2D22-4999-A9C2-DB6565B5DA24}" sibTransId="{3728BCCD-D909-42E1-92C3-ED8D51261BCF}"/>
    <dgm:cxn modelId="{7D8E62AA-C9BE-43E0-8A42-F54B20E65370}" type="presOf" srcId="{7CDC4CA6-2C4C-457B-BEBD-4B7EBBB158DE}" destId="{73523998-CBED-42B2-8E08-0B7294A75B7F}" srcOrd="0" destOrd="0" presId="urn:microsoft.com/office/officeart/2018/2/layout/IconVerticalSolidList"/>
    <dgm:cxn modelId="{3C4544D5-253E-4708-BC60-1F4899FA98B0}" srcId="{795FF789-60B0-47B0-A5A1-118F2E5E2775}" destId="{2C7FA44D-FC41-42F2-ABC4-CBEB10DB9F9F}" srcOrd="0" destOrd="0" parTransId="{4F20E5B6-F908-4817-9B68-EF42EFD0CF15}" sibTransId="{C93E7190-B9F8-4F7E-AAA9-A132D30115C2}"/>
    <dgm:cxn modelId="{AF89F4D5-067B-4D9C-A112-3A6ABD55FFFE}" srcId="{795FF789-60B0-47B0-A5A1-118F2E5E2775}" destId="{5A38CFB5-8D86-45BB-8DCB-FB71F3779E5A}" srcOrd="3" destOrd="0" parTransId="{4515EB09-55D0-4A9D-BAF2-41EF6DC058B4}" sibTransId="{3AE0D418-BBAE-401F-922F-02D73FEF80D0}"/>
    <dgm:cxn modelId="{629AC6FE-2F8F-4210-A76E-AC3343CBBA5E}" type="presOf" srcId="{795FF789-60B0-47B0-A5A1-118F2E5E2775}" destId="{FAB04DAD-5860-43C6-8F02-FEC2667E3A51}" srcOrd="0" destOrd="0" presId="urn:microsoft.com/office/officeart/2018/2/layout/IconVerticalSolidList"/>
    <dgm:cxn modelId="{23F3250F-A813-48EC-B028-5A6FA6687AC3}" type="presParOf" srcId="{FAB04DAD-5860-43C6-8F02-FEC2667E3A51}" destId="{C2077E79-382F-4667-9661-BA4D960C95A9}" srcOrd="0" destOrd="0" presId="urn:microsoft.com/office/officeart/2018/2/layout/IconVerticalSolidList"/>
    <dgm:cxn modelId="{D63CBBA4-7E73-41FB-B6E5-FD762BDED9BC}" type="presParOf" srcId="{C2077E79-382F-4667-9661-BA4D960C95A9}" destId="{0AC51980-712B-4DBD-9310-D3C7A7EB897C}" srcOrd="0" destOrd="0" presId="urn:microsoft.com/office/officeart/2018/2/layout/IconVerticalSolidList"/>
    <dgm:cxn modelId="{3E46A4C7-5A2E-46B5-9E9D-4EB48BFAD5A7}" type="presParOf" srcId="{C2077E79-382F-4667-9661-BA4D960C95A9}" destId="{D7654E6E-2B3E-4EEB-914B-F58461775212}" srcOrd="1" destOrd="0" presId="urn:microsoft.com/office/officeart/2018/2/layout/IconVerticalSolidList"/>
    <dgm:cxn modelId="{395C1260-B1D1-4EF7-B87D-7C7122D9B2F6}" type="presParOf" srcId="{C2077E79-382F-4667-9661-BA4D960C95A9}" destId="{9E7A5223-DDD3-4E3F-8B2E-7BA814C00FF5}" srcOrd="2" destOrd="0" presId="urn:microsoft.com/office/officeart/2018/2/layout/IconVerticalSolidList"/>
    <dgm:cxn modelId="{D0DB8D10-8FD5-4E57-9109-65BD40C74A33}" type="presParOf" srcId="{C2077E79-382F-4667-9661-BA4D960C95A9}" destId="{C5F72DC7-B4A1-4B01-AFC9-B0D3D412EF37}" srcOrd="3" destOrd="0" presId="urn:microsoft.com/office/officeart/2018/2/layout/IconVerticalSolidList"/>
    <dgm:cxn modelId="{0A3C8E94-98B9-499D-9FE4-8051DC5F1700}" type="presParOf" srcId="{FAB04DAD-5860-43C6-8F02-FEC2667E3A51}" destId="{4DA75483-A820-4BA9-A2F8-F64D7E960FF5}" srcOrd="1" destOrd="0" presId="urn:microsoft.com/office/officeart/2018/2/layout/IconVerticalSolidList"/>
    <dgm:cxn modelId="{23033C66-3E49-44BB-8E67-56C321B4F3CB}" type="presParOf" srcId="{FAB04DAD-5860-43C6-8F02-FEC2667E3A51}" destId="{7CA197F1-27FA-4699-86BA-8A274067DBA1}" srcOrd="2" destOrd="0" presId="urn:microsoft.com/office/officeart/2018/2/layout/IconVerticalSolidList"/>
    <dgm:cxn modelId="{89BD1703-9012-4425-88FB-19D24FFD89B1}" type="presParOf" srcId="{7CA197F1-27FA-4699-86BA-8A274067DBA1}" destId="{A93E5623-7224-4D45-BF44-F4967891F116}" srcOrd="0" destOrd="0" presId="urn:microsoft.com/office/officeart/2018/2/layout/IconVerticalSolidList"/>
    <dgm:cxn modelId="{ADDE52F1-D764-49EB-A12C-6979E8A00194}" type="presParOf" srcId="{7CA197F1-27FA-4699-86BA-8A274067DBA1}" destId="{2CEA230C-7626-40F7-BC2E-C9E548246622}" srcOrd="1" destOrd="0" presId="urn:microsoft.com/office/officeart/2018/2/layout/IconVerticalSolidList"/>
    <dgm:cxn modelId="{F7058525-94A2-4971-990A-65F124703A41}" type="presParOf" srcId="{7CA197F1-27FA-4699-86BA-8A274067DBA1}" destId="{E3830FCF-96F3-45DE-BB2D-E279EED788DD}" srcOrd="2" destOrd="0" presId="urn:microsoft.com/office/officeart/2018/2/layout/IconVerticalSolidList"/>
    <dgm:cxn modelId="{6C45F067-8820-4031-9542-9FD19219EA26}" type="presParOf" srcId="{7CA197F1-27FA-4699-86BA-8A274067DBA1}" destId="{6FDE80E0-E9DE-4FAE-831B-2FA3C727E954}" srcOrd="3" destOrd="0" presId="urn:microsoft.com/office/officeart/2018/2/layout/IconVerticalSolidList"/>
    <dgm:cxn modelId="{49A22BD2-93C7-4D8C-BF6E-0F9203F6487E}" type="presParOf" srcId="{FAB04DAD-5860-43C6-8F02-FEC2667E3A51}" destId="{D9E52BB7-F727-465B-9EEA-13D5DF93EC5C}" srcOrd="3" destOrd="0" presId="urn:microsoft.com/office/officeart/2018/2/layout/IconVerticalSolidList"/>
    <dgm:cxn modelId="{5BE0966C-7C7C-4F13-8F5B-48F63436D245}" type="presParOf" srcId="{FAB04DAD-5860-43C6-8F02-FEC2667E3A51}" destId="{90B321FD-934A-4568-90F7-55914886B830}" srcOrd="4" destOrd="0" presId="urn:microsoft.com/office/officeart/2018/2/layout/IconVerticalSolidList"/>
    <dgm:cxn modelId="{3FF3FDA1-73E5-449B-BBA3-AB6DA094F14B}" type="presParOf" srcId="{90B321FD-934A-4568-90F7-55914886B830}" destId="{ADFEBEA3-CB51-442F-8776-4486CF084EA6}" srcOrd="0" destOrd="0" presId="urn:microsoft.com/office/officeart/2018/2/layout/IconVerticalSolidList"/>
    <dgm:cxn modelId="{F085D5B8-1BE9-44BB-813C-700A765BD14B}" type="presParOf" srcId="{90B321FD-934A-4568-90F7-55914886B830}" destId="{92BA678D-B745-47F1-9665-5102E3B59C4B}" srcOrd="1" destOrd="0" presId="urn:microsoft.com/office/officeart/2018/2/layout/IconVerticalSolidList"/>
    <dgm:cxn modelId="{D3BE185B-58E9-4C08-BCAB-FE995852DCD5}" type="presParOf" srcId="{90B321FD-934A-4568-90F7-55914886B830}" destId="{5A82ED4F-D534-42E0-9516-4B0BB3152219}" srcOrd="2" destOrd="0" presId="urn:microsoft.com/office/officeart/2018/2/layout/IconVerticalSolidList"/>
    <dgm:cxn modelId="{678A1ED0-9ADC-4A9B-857C-580307B49ADA}" type="presParOf" srcId="{90B321FD-934A-4568-90F7-55914886B830}" destId="{FE1C4D5A-BF65-42D6-BD5A-E8DAB62319EF}" srcOrd="3" destOrd="0" presId="urn:microsoft.com/office/officeart/2018/2/layout/IconVerticalSolidList"/>
    <dgm:cxn modelId="{F176D880-E8F3-40ED-B317-B339938F0598}" type="presParOf" srcId="{FAB04DAD-5860-43C6-8F02-FEC2667E3A51}" destId="{2B51A72D-C1B2-43F1-9702-8632BFC5506A}" srcOrd="5" destOrd="0" presId="urn:microsoft.com/office/officeart/2018/2/layout/IconVerticalSolidList"/>
    <dgm:cxn modelId="{246E2385-E878-4F0B-9CA0-0C7F6C49B9CC}" type="presParOf" srcId="{FAB04DAD-5860-43C6-8F02-FEC2667E3A51}" destId="{FC480578-78E1-4215-BF1B-7B899233C8CE}" srcOrd="6" destOrd="0" presId="urn:microsoft.com/office/officeart/2018/2/layout/IconVerticalSolidList"/>
    <dgm:cxn modelId="{1F84EB8A-C28C-44EB-BB3E-96E3DEB27EA9}" type="presParOf" srcId="{FC480578-78E1-4215-BF1B-7B899233C8CE}" destId="{7F2DA56C-E91D-4876-A37A-AF643BE4F97B}" srcOrd="0" destOrd="0" presId="urn:microsoft.com/office/officeart/2018/2/layout/IconVerticalSolidList"/>
    <dgm:cxn modelId="{CF74FD77-1119-44A7-8A06-A0D15C862AB1}" type="presParOf" srcId="{FC480578-78E1-4215-BF1B-7B899233C8CE}" destId="{5F81104D-B40F-43A1-878F-00F2B1CB4862}" srcOrd="1" destOrd="0" presId="urn:microsoft.com/office/officeart/2018/2/layout/IconVerticalSolidList"/>
    <dgm:cxn modelId="{0BF31DA3-BEBA-4C55-8D48-425DB79E3E69}" type="presParOf" srcId="{FC480578-78E1-4215-BF1B-7B899233C8CE}" destId="{A0315E4D-1E4E-4C6C-B13B-863083E5C1EC}" srcOrd="2" destOrd="0" presId="urn:microsoft.com/office/officeart/2018/2/layout/IconVerticalSolidList"/>
    <dgm:cxn modelId="{00F4E44F-E45A-45B5-9001-3CB3D20DFB5B}" type="presParOf" srcId="{FC480578-78E1-4215-BF1B-7B899233C8CE}" destId="{FD55699C-6FF9-4E02-A05C-C164FDDD4BF7}" srcOrd="3" destOrd="0" presId="urn:microsoft.com/office/officeart/2018/2/layout/IconVerticalSolidList"/>
    <dgm:cxn modelId="{B6A0F8CF-7A99-4E07-ADE4-1875E4ACB9A0}" type="presParOf" srcId="{FAB04DAD-5860-43C6-8F02-FEC2667E3A51}" destId="{6B5FFA45-9E44-4730-9EB4-05F359020F62}" srcOrd="7" destOrd="0" presId="urn:microsoft.com/office/officeart/2018/2/layout/IconVerticalSolidList"/>
    <dgm:cxn modelId="{D17C4EE5-4602-4569-9567-620AF62197B2}" type="presParOf" srcId="{FAB04DAD-5860-43C6-8F02-FEC2667E3A51}" destId="{696F30D9-2EBC-4DCF-816D-90A34161CB4F}" srcOrd="8" destOrd="0" presId="urn:microsoft.com/office/officeart/2018/2/layout/IconVerticalSolidList"/>
    <dgm:cxn modelId="{A0AA4528-B515-4649-9CDA-AB0565D5EE22}" type="presParOf" srcId="{696F30D9-2EBC-4DCF-816D-90A34161CB4F}" destId="{2648E53B-3C95-4AF0-89E5-38C50BDFD3A6}" srcOrd="0" destOrd="0" presId="urn:microsoft.com/office/officeart/2018/2/layout/IconVerticalSolidList"/>
    <dgm:cxn modelId="{3C0563F6-ED57-4B8B-99B8-EEFC69182ABF}" type="presParOf" srcId="{696F30D9-2EBC-4DCF-816D-90A34161CB4F}" destId="{2A229B9F-E6EB-4198-AEE4-FDB32DE2CAAD}" srcOrd="1" destOrd="0" presId="urn:microsoft.com/office/officeart/2018/2/layout/IconVerticalSolidList"/>
    <dgm:cxn modelId="{3B6AA682-2870-477C-9148-4379A41E3EBC}" type="presParOf" srcId="{696F30D9-2EBC-4DCF-816D-90A34161CB4F}" destId="{C4A03E12-4626-44F4-BBC3-DAFB93E93682}" srcOrd="2" destOrd="0" presId="urn:microsoft.com/office/officeart/2018/2/layout/IconVerticalSolidList"/>
    <dgm:cxn modelId="{E6041D5D-2C32-4A08-98F1-62AB874DC944}" type="presParOf" srcId="{696F30D9-2EBC-4DCF-816D-90A34161CB4F}" destId="{73523998-CBED-42B2-8E08-0B7294A75B7F}" srcOrd="3" destOrd="0" presId="urn:microsoft.com/office/officeart/2018/2/layout/IconVerticalSolidList"/>
    <dgm:cxn modelId="{A45071A3-ADC4-40B6-895F-AA0B0FDEAE90}" type="presParOf" srcId="{FAB04DAD-5860-43C6-8F02-FEC2667E3A51}" destId="{66DCEE36-BD03-4C9A-9D9A-7CA3873F2111}" srcOrd="9" destOrd="0" presId="urn:microsoft.com/office/officeart/2018/2/layout/IconVerticalSolidList"/>
    <dgm:cxn modelId="{585D28FC-F961-496B-9AB5-2C80F9CEBB26}" type="presParOf" srcId="{FAB04DAD-5860-43C6-8F02-FEC2667E3A51}" destId="{4BCB3466-CBB8-454A-98F1-FE0F529AC79A}" srcOrd="10" destOrd="0" presId="urn:microsoft.com/office/officeart/2018/2/layout/IconVerticalSolidList"/>
    <dgm:cxn modelId="{D1D8DA77-F27B-46D0-A0D3-F4372D393264}" type="presParOf" srcId="{4BCB3466-CBB8-454A-98F1-FE0F529AC79A}" destId="{08E304E7-ABF1-4971-AC8D-1D7E07BBCBFA}" srcOrd="0" destOrd="0" presId="urn:microsoft.com/office/officeart/2018/2/layout/IconVerticalSolidList"/>
    <dgm:cxn modelId="{4C76F4BB-BC95-4B9F-8229-B3A27A406805}" type="presParOf" srcId="{4BCB3466-CBB8-454A-98F1-FE0F529AC79A}" destId="{F720118A-0A26-46E8-8F18-1B906257F8D4}" srcOrd="1" destOrd="0" presId="urn:microsoft.com/office/officeart/2018/2/layout/IconVerticalSolidList"/>
    <dgm:cxn modelId="{42B69220-6823-4611-9373-92E218514424}" type="presParOf" srcId="{4BCB3466-CBB8-454A-98F1-FE0F529AC79A}" destId="{EE262902-C315-47BB-B673-14471A71F1E1}" srcOrd="2" destOrd="0" presId="urn:microsoft.com/office/officeart/2018/2/layout/IconVerticalSolidList"/>
    <dgm:cxn modelId="{D33DBBDE-F6A5-40FD-B41A-BF1433387909}" type="presParOf" srcId="{4BCB3466-CBB8-454A-98F1-FE0F529AC79A}" destId="{953578EC-D3AE-4701-BC6F-1B5923DFD4A8}" srcOrd="3" destOrd="0" presId="urn:microsoft.com/office/officeart/2018/2/layout/IconVerticalSolidList"/>
    <dgm:cxn modelId="{51512594-0CCB-483A-ABB5-C18BFB4EC8F5}" type="presParOf" srcId="{FAB04DAD-5860-43C6-8F02-FEC2667E3A51}" destId="{B9731F91-A068-4C6B-B71A-E0B694B3C225}" srcOrd="11" destOrd="0" presId="urn:microsoft.com/office/officeart/2018/2/layout/IconVerticalSolidList"/>
    <dgm:cxn modelId="{B1A71F96-1EC1-413F-8FA8-194AFEC0BC20}" type="presParOf" srcId="{FAB04DAD-5860-43C6-8F02-FEC2667E3A51}" destId="{63B4A276-0C0A-4DC0-8225-F56635F8524A}" srcOrd="12" destOrd="0" presId="urn:microsoft.com/office/officeart/2018/2/layout/IconVerticalSolidList"/>
    <dgm:cxn modelId="{7C7A811D-883D-4F67-8A84-3C644E9DE5DD}" type="presParOf" srcId="{63B4A276-0C0A-4DC0-8225-F56635F8524A}" destId="{90D512BB-31A6-4973-AB95-1022547A9095}" srcOrd="0" destOrd="0" presId="urn:microsoft.com/office/officeart/2018/2/layout/IconVerticalSolidList"/>
    <dgm:cxn modelId="{3A261307-B9D0-461D-A7F9-B93B92A93F6B}" type="presParOf" srcId="{63B4A276-0C0A-4DC0-8225-F56635F8524A}" destId="{0D02EA3C-96E8-410E-B1F8-1023059275E6}" srcOrd="1" destOrd="0" presId="urn:microsoft.com/office/officeart/2018/2/layout/IconVerticalSolidList"/>
    <dgm:cxn modelId="{61A3D74B-0485-41EE-9703-454B19B09700}" type="presParOf" srcId="{63B4A276-0C0A-4DC0-8225-F56635F8524A}" destId="{BFE2F6A3-C01E-478B-AF6D-049A4ACB8EB8}" srcOrd="2" destOrd="0" presId="urn:microsoft.com/office/officeart/2018/2/layout/IconVerticalSolidList"/>
    <dgm:cxn modelId="{79362C3C-E17F-449C-B782-D86335F2D1AF}" type="presParOf" srcId="{63B4A276-0C0A-4DC0-8225-F56635F8524A}" destId="{C024AD53-5037-450F-847D-568696EAA4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643B90-9B6A-4486-BA35-A74E49C83D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FD811E-EB6F-4D5F-AA05-452EB5FA0D76}">
      <dgm:prSet/>
      <dgm:spPr/>
      <dgm:t>
        <a:bodyPr/>
        <a:lstStyle/>
        <a:p>
          <a:r>
            <a:rPr lang="en-US"/>
            <a:t>1. Developer creates a branch or commit</a:t>
          </a:r>
        </a:p>
      </dgm:t>
    </dgm:pt>
    <dgm:pt modelId="{E53B4A25-CCC5-4369-ADFC-D1EB2880C717}" type="parTrans" cxnId="{AC9DEAEE-0EA1-4A00-8DAD-86DDD5E4072E}">
      <dgm:prSet/>
      <dgm:spPr/>
      <dgm:t>
        <a:bodyPr/>
        <a:lstStyle/>
        <a:p>
          <a:endParaRPr lang="en-US"/>
        </a:p>
      </dgm:t>
    </dgm:pt>
    <dgm:pt modelId="{2B34356E-8826-4500-BAB2-C68032A7A406}" type="sibTrans" cxnId="{AC9DEAEE-0EA1-4A00-8DAD-86DDD5E4072E}">
      <dgm:prSet/>
      <dgm:spPr/>
      <dgm:t>
        <a:bodyPr/>
        <a:lstStyle/>
        <a:p>
          <a:endParaRPr lang="en-US"/>
        </a:p>
      </dgm:t>
    </dgm:pt>
    <dgm:pt modelId="{7E56F4E5-610A-40F9-B54F-DEEE20237AAA}">
      <dgm:prSet/>
      <dgm:spPr/>
      <dgm:t>
        <a:bodyPr/>
        <a:lstStyle/>
        <a:p>
          <a:r>
            <a:rPr lang="en-US"/>
            <a:t>2. Git hook triggers validation script</a:t>
          </a:r>
        </a:p>
      </dgm:t>
    </dgm:pt>
    <dgm:pt modelId="{A5B57A73-0140-4278-9325-AA8ED45FAAF4}" type="parTrans" cxnId="{11B78BC6-20E7-421B-88C8-97C822626A8E}">
      <dgm:prSet/>
      <dgm:spPr/>
      <dgm:t>
        <a:bodyPr/>
        <a:lstStyle/>
        <a:p>
          <a:endParaRPr lang="en-US"/>
        </a:p>
      </dgm:t>
    </dgm:pt>
    <dgm:pt modelId="{D33F67B7-9E71-4F14-8AA0-91987651786F}" type="sibTrans" cxnId="{11B78BC6-20E7-421B-88C8-97C822626A8E}">
      <dgm:prSet/>
      <dgm:spPr/>
      <dgm:t>
        <a:bodyPr/>
        <a:lstStyle/>
        <a:p>
          <a:endParaRPr lang="en-US"/>
        </a:p>
      </dgm:t>
    </dgm:pt>
    <dgm:pt modelId="{D6E0D652-5027-48AB-9BAF-DF7DA4D9292B}">
      <dgm:prSet/>
      <dgm:spPr/>
      <dgm:t>
        <a:bodyPr/>
        <a:lstStyle/>
        <a:p>
          <a:r>
            <a:rPr lang="en-US"/>
            <a:t>3. Tool checks branch name pattern</a:t>
          </a:r>
        </a:p>
      </dgm:t>
    </dgm:pt>
    <dgm:pt modelId="{0D5E50A3-4B81-4582-BED1-088B18C06719}" type="parTrans" cxnId="{D1EEF14D-902F-4159-84BD-73C3450D559E}">
      <dgm:prSet/>
      <dgm:spPr/>
      <dgm:t>
        <a:bodyPr/>
        <a:lstStyle/>
        <a:p>
          <a:endParaRPr lang="en-US"/>
        </a:p>
      </dgm:t>
    </dgm:pt>
    <dgm:pt modelId="{797F5F4D-D5C3-494C-9C9D-1BD4EBEDD2EB}" type="sibTrans" cxnId="{D1EEF14D-902F-4159-84BD-73C3450D559E}">
      <dgm:prSet/>
      <dgm:spPr/>
      <dgm:t>
        <a:bodyPr/>
        <a:lstStyle/>
        <a:p>
          <a:endParaRPr lang="en-US"/>
        </a:p>
      </dgm:t>
    </dgm:pt>
    <dgm:pt modelId="{F87C3CCB-1FF3-4D5A-8B4C-4F90276B859B}">
      <dgm:prSet/>
      <dgm:spPr/>
      <dgm:t>
        <a:bodyPr/>
        <a:lstStyle/>
        <a:p>
          <a:r>
            <a:rPr lang="en-US"/>
            <a:t>4. Tool checks commit message format</a:t>
          </a:r>
        </a:p>
      </dgm:t>
    </dgm:pt>
    <dgm:pt modelId="{50766CB0-C9F6-4CE7-A3B5-95018EE9B8E5}" type="parTrans" cxnId="{F98C3EBD-5AEF-4E66-82DE-A2F7D3123D20}">
      <dgm:prSet/>
      <dgm:spPr/>
      <dgm:t>
        <a:bodyPr/>
        <a:lstStyle/>
        <a:p>
          <a:endParaRPr lang="en-US"/>
        </a:p>
      </dgm:t>
    </dgm:pt>
    <dgm:pt modelId="{F66910F3-5154-410A-88E5-E0D21BCB707B}" type="sibTrans" cxnId="{F98C3EBD-5AEF-4E66-82DE-A2F7D3123D20}">
      <dgm:prSet/>
      <dgm:spPr/>
      <dgm:t>
        <a:bodyPr/>
        <a:lstStyle/>
        <a:p>
          <a:endParaRPr lang="en-US"/>
        </a:p>
      </dgm:t>
    </dgm:pt>
    <dgm:pt modelId="{505802D5-7F1C-4274-A296-B3027744946E}">
      <dgm:prSet/>
      <dgm:spPr/>
      <dgm:t>
        <a:bodyPr/>
        <a:lstStyle/>
        <a:p>
          <a:r>
            <a:rPr lang="en-US"/>
            <a:t>5. Valid commit proceeds</a:t>
          </a:r>
        </a:p>
      </dgm:t>
    </dgm:pt>
    <dgm:pt modelId="{BAB8D99E-E54D-4093-B2DE-8839D7247CFF}" type="parTrans" cxnId="{8FF00671-6E8A-4A41-82CD-6B20DD996BE1}">
      <dgm:prSet/>
      <dgm:spPr/>
      <dgm:t>
        <a:bodyPr/>
        <a:lstStyle/>
        <a:p>
          <a:endParaRPr lang="en-US"/>
        </a:p>
      </dgm:t>
    </dgm:pt>
    <dgm:pt modelId="{B0FD5868-81FA-4A56-A173-35E4D91CDBB4}" type="sibTrans" cxnId="{8FF00671-6E8A-4A41-82CD-6B20DD996BE1}">
      <dgm:prSet/>
      <dgm:spPr/>
      <dgm:t>
        <a:bodyPr/>
        <a:lstStyle/>
        <a:p>
          <a:endParaRPr lang="en-US"/>
        </a:p>
      </dgm:t>
    </dgm:pt>
    <dgm:pt modelId="{7A0934C1-389C-4761-8E9C-8E8EFD785A6A}">
      <dgm:prSet/>
      <dgm:spPr/>
      <dgm:t>
        <a:bodyPr/>
        <a:lstStyle/>
        <a:p>
          <a:r>
            <a:rPr lang="en-US"/>
            <a:t>6. Invalid commit is rejected with error</a:t>
          </a:r>
        </a:p>
      </dgm:t>
    </dgm:pt>
    <dgm:pt modelId="{CDB69EB6-B553-469D-8D45-08D694AEB40F}" type="parTrans" cxnId="{6479158A-F0CE-4E42-8C67-9C997557DE90}">
      <dgm:prSet/>
      <dgm:spPr/>
      <dgm:t>
        <a:bodyPr/>
        <a:lstStyle/>
        <a:p>
          <a:endParaRPr lang="en-US"/>
        </a:p>
      </dgm:t>
    </dgm:pt>
    <dgm:pt modelId="{CC0529D5-009A-4811-A3BB-37C5E5E73D46}" type="sibTrans" cxnId="{6479158A-F0CE-4E42-8C67-9C997557DE90}">
      <dgm:prSet/>
      <dgm:spPr/>
      <dgm:t>
        <a:bodyPr/>
        <a:lstStyle/>
        <a:p>
          <a:endParaRPr lang="en-US"/>
        </a:p>
      </dgm:t>
    </dgm:pt>
    <dgm:pt modelId="{411DD547-748D-4F05-A551-8CC1F2AAAD37}" type="pres">
      <dgm:prSet presAssocID="{39643B90-9B6A-4486-BA35-A74E49C83DCE}" presName="diagram" presStyleCnt="0">
        <dgm:presLayoutVars>
          <dgm:dir/>
          <dgm:resizeHandles val="exact"/>
        </dgm:presLayoutVars>
      </dgm:prSet>
      <dgm:spPr/>
    </dgm:pt>
    <dgm:pt modelId="{E4BF7CFC-B4EB-4C28-99A5-3CDD0E2D9E3F}" type="pres">
      <dgm:prSet presAssocID="{C6FD811E-EB6F-4D5F-AA05-452EB5FA0D76}" presName="node" presStyleLbl="node1" presStyleIdx="0" presStyleCnt="6">
        <dgm:presLayoutVars>
          <dgm:bulletEnabled val="1"/>
        </dgm:presLayoutVars>
      </dgm:prSet>
      <dgm:spPr/>
    </dgm:pt>
    <dgm:pt modelId="{EDEC2348-FFE0-4764-80FC-F2C043550F8B}" type="pres">
      <dgm:prSet presAssocID="{2B34356E-8826-4500-BAB2-C68032A7A406}" presName="sibTrans" presStyleCnt="0"/>
      <dgm:spPr/>
    </dgm:pt>
    <dgm:pt modelId="{056B96D5-BA29-43BA-8BE8-8EB92F7DB7CC}" type="pres">
      <dgm:prSet presAssocID="{7E56F4E5-610A-40F9-B54F-DEEE20237AAA}" presName="node" presStyleLbl="node1" presStyleIdx="1" presStyleCnt="6">
        <dgm:presLayoutVars>
          <dgm:bulletEnabled val="1"/>
        </dgm:presLayoutVars>
      </dgm:prSet>
      <dgm:spPr/>
    </dgm:pt>
    <dgm:pt modelId="{44C6F372-1536-4EBD-896E-155FFBBB3D5C}" type="pres">
      <dgm:prSet presAssocID="{D33F67B7-9E71-4F14-8AA0-91987651786F}" presName="sibTrans" presStyleCnt="0"/>
      <dgm:spPr/>
    </dgm:pt>
    <dgm:pt modelId="{5FB65D63-58F1-490B-81EA-E5231D2F5F3B}" type="pres">
      <dgm:prSet presAssocID="{D6E0D652-5027-48AB-9BAF-DF7DA4D9292B}" presName="node" presStyleLbl="node1" presStyleIdx="2" presStyleCnt="6">
        <dgm:presLayoutVars>
          <dgm:bulletEnabled val="1"/>
        </dgm:presLayoutVars>
      </dgm:prSet>
      <dgm:spPr/>
    </dgm:pt>
    <dgm:pt modelId="{5A398C45-4F0C-4F8C-9DC8-FFD8A8379D04}" type="pres">
      <dgm:prSet presAssocID="{797F5F4D-D5C3-494C-9C9D-1BD4EBEDD2EB}" presName="sibTrans" presStyleCnt="0"/>
      <dgm:spPr/>
    </dgm:pt>
    <dgm:pt modelId="{827F121F-FB30-46E1-82CB-860A1CC00FE5}" type="pres">
      <dgm:prSet presAssocID="{F87C3CCB-1FF3-4D5A-8B4C-4F90276B859B}" presName="node" presStyleLbl="node1" presStyleIdx="3" presStyleCnt="6">
        <dgm:presLayoutVars>
          <dgm:bulletEnabled val="1"/>
        </dgm:presLayoutVars>
      </dgm:prSet>
      <dgm:spPr/>
    </dgm:pt>
    <dgm:pt modelId="{3F294C11-A437-4321-B0D2-C54FC3D223BC}" type="pres">
      <dgm:prSet presAssocID="{F66910F3-5154-410A-88E5-E0D21BCB707B}" presName="sibTrans" presStyleCnt="0"/>
      <dgm:spPr/>
    </dgm:pt>
    <dgm:pt modelId="{6E26E937-FF68-4DA1-A637-469C6C128FCF}" type="pres">
      <dgm:prSet presAssocID="{505802D5-7F1C-4274-A296-B3027744946E}" presName="node" presStyleLbl="node1" presStyleIdx="4" presStyleCnt="6">
        <dgm:presLayoutVars>
          <dgm:bulletEnabled val="1"/>
        </dgm:presLayoutVars>
      </dgm:prSet>
      <dgm:spPr/>
    </dgm:pt>
    <dgm:pt modelId="{FFCB5996-0EAA-4126-B5C4-3F0B6CAE18E7}" type="pres">
      <dgm:prSet presAssocID="{B0FD5868-81FA-4A56-A173-35E4D91CDBB4}" presName="sibTrans" presStyleCnt="0"/>
      <dgm:spPr/>
    </dgm:pt>
    <dgm:pt modelId="{FD9C5D36-BEAA-4EEE-A20F-7EBDD5B18B44}" type="pres">
      <dgm:prSet presAssocID="{7A0934C1-389C-4761-8E9C-8E8EFD785A6A}" presName="node" presStyleLbl="node1" presStyleIdx="5" presStyleCnt="6">
        <dgm:presLayoutVars>
          <dgm:bulletEnabled val="1"/>
        </dgm:presLayoutVars>
      </dgm:prSet>
      <dgm:spPr/>
    </dgm:pt>
  </dgm:ptLst>
  <dgm:cxnLst>
    <dgm:cxn modelId="{DC72F42F-7EE3-417F-9D1A-0E2A2FCACD04}" type="presOf" srcId="{F87C3CCB-1FF3-4D5A-8B4C-4F90276B859B}" destId="{827F121F-FB30-46E1-82CB-860A1CC00FE5}" srcOrd="0" destOrd="0" presId="urn:microsoft.com/office/officeart/2005/8/layout/default"/>
    <dgm:cxn modelId="{1BDE9F30-8140-4E07-823C-9E115ED6B61C}" type="presOf" srcId="{7A0934C1-389C-4761-8E9C-8E8EFD785A6A}" destId="{FD9C5D36-BEAA-4EEE-A20F-7EBDD5B18B44}" srcOrd="0" destOrd="0" presId="urn:microsoft.com/office/officeart/2005/8/layout/default"/>
    <dgm:cxn modelId="{55C87967-F101-4114-BACB-46966E8C047A}" type="presOf" srcId="{D6E0D652-5027-48AB-9BAF-DF7DA4D9292B}" destId="{5FB65D63-58F1-490B-81EA-E5231D2F5F3B}" srcOrd="0" destOrd="0" presId="urn:microsoft.com/office/officeart/2005/8/layout/default"/>
    <dgm:cxn modelId="{B584554D-C0BA-49C5-94CA-23BEB490D6A3}" type="presOf" srcId="{7E56F4E5-610A-40F9-B54F-DEEE20237AAA}" destId="{056B96D5-BA29-43BA-8BE8-8EB92F7DB7CC}" srcOrd="0" destOrd="0" presId="urn:microsoft.com/office/officeart/2005/8/layout/default"/>
    <dgm:cxn modelId="{D1EEF14D-902F-4159-84BD-73C3450D559E}" srcId="{39643B90-9B6A-4486-BA35-A74E49C83DCE}" destId="{D6E0D652-5027-48AB-9BAF-DF7DA4D9292B}" srcOrd="2" destOrd="0" parTransId="{0D5E50A3-4B81-4582-BED1-088B18C06719}" sibTransId="{797F5F4D-D5C3-494C-9C9D-1BD4EBEDD2EB}"/>
    <dgm:cxn modelId="{8FF00671-6E8A-4A41-82CD-6B20DD996BE1}" srcId="{39643B90-9B6A-4486-BA35-A74E49C83DCE}" destId="{505802D5-7F1C-4274-A296-B3027744946E}" srcOrd="4" destOrd="0" parTransId="{BAB8D99E-E54D-4093-B2DE-8839D7247CFF}" sibTransId="{B0FD5868-81FA-4A56-A173-35E4D91CDBB4}"/>
    <dgm:cxn modelId="{6479158A-F0CE-4E42-8C67-9C997557DE90}" srcId="{39643B90-9B6A-4486-BA35-A74E49C83DCE}" destId="{7A0934C1-389C-4761-8E9C-8E8EFD785A6A}" srcOrd="5" destOrd="0" parTransId="{CDB69EB6-B553-469D-8D45-08D694AEB40F}" sibTransId="{CC0529D5-009A-4811-A3BB-37C5E5E73D46}"/>
    <dgm:cxn modelId="{A5C6409C-C56A-4D01-BA68-1711BB75ED18}" type="presOf" srcId="{505802D5-7F1C-4274-A296-B3027744946E}" destId="{6E26E937-FF68-4DA1-A637-469C6C128FCF}" srcOrd="0" destOrd="0" presId="urn:microsoft.com/office/officeart/2005/8/layout/default"/>
    <dgm:cxn modelId="{F98C3EBD-5AEF-4E66-82DE-A2F7D3123D20}" srcId="{39643B90-9B6A-4486-BA35-A74E49C83DCE}" destId="{F87C3CCB-1FF3-4D5A-8B4C-4F90276B859B}" srcOrd="3" destOrd="0" parTransId="{50766CB0-C9F6-4CE7-A3B5-95018EE9B8E5}" sibTransId="{F66910F3-5154-410A-88E5-E0D21BCB707B}"/>
    <dgm:cxn modelId="{11B78BC6-20E7-421B-88C8-97C822626A8E}" srcId="{39643B90-9B6A-4486-BA35-A74E49C83DCE}" destId="{7E56F4E5-610A-40F9-B54F-DEEE20237AAA}" srcOrd="1" destOrd="0" parTransId="{A5B57A73-0140-4278-9325-AA8ED45FAAF4}" sibTransId="{D33F67B7-9E71-4F14-8AA0-91987651786F}"/>
    <dgm:cxn modelId="{AC9DEAEE-0EA1-4A00-8DAD-86DDD5E4072E}" srcId="{39643B90-9B6A-4486-BA35-A74E49C83DCE}" destId="{C6FD811E-EB6F-4D5F-AA05-452EB5FA0D76}" srcOrd="0" destOrd="0" parTransId="{E53B4A25-CCC5-4369-ADFC-D1EB2880C717}" sibTransId="{2B34356E-8826-4500-BAB2-C68032A7A406}"/>
    <dgm:cxn modelId="{EE5455F0-A856-429A-9FDC-87B0AC660658}" type="presOf" srcId="{39643B90-9B6A-4486-BA35-A74E49C83DCE}" destId="{411DD547-748D-4F05-A551-8CC1F2AAAD37}" srcOrd="0" destOrd="0" presId="urn:microsoft.com/office/officeart/2005/8/layout/default"/>
    <dgm:cxn modelId="{337282F3-E4E5-4054-AD78-F801013EB222}" type="presOf" srcId="{C6FD811E-EB6F-4D5F-AA05-452EB5FA0D76}" destId="{E4BF7CFC-B4EB-4C28-99A5-3CDD0E2D9E3F}" srcOrd="0" destOrd="0" presId="urn:microsoft.com/office/officeart/2005/8/layout/default"/>
    <dgm:cxn modelId="{1CAF19C3-6055-411C-A654-2DA5A04D6B97}" type="presParOf" srcId="{411DD547-748D-4F05-A551-8CC1F2AAAD37}" destId="{E4BF7CFC-B4EB-4C28-99A5-3CDD0E2D9E3F}" srcOrd="0" destOrd="0" presId="urn:microsoft.com/office/officeart/2005/8/layout/default"/>
    <dgm:cxn modelId="{30FE1F70-C594-4C8A-B891-1800FB88230E}" type="presParOf" srcId="{411DD547-748D-4F05-A551-8CC1F2AAAD37}" destId="{EDEC2348-FFE0-4764-80FC-F2C043550F8B}" srcOrd="1" destOrd="0" presId="urn:microsoft.com/office/officeart/2005/8/layout/default"/>
    <dgm:cxn modelId="{05E4857E-468B-45E0-B8A9-EE05215C2873}" type="presParOf" srcId="{411DD547-748D-4F05-A551-8CC1F2AAAD37}" destId="{056B96D5-BA29-43BA-8BE8-8EB92F7DB7CC}" srcOrd="2" destOrd="0" presId="urn:microsoft.com/office/officeart/2005/8/layout/default"/>
    <dgm:cxn modelId="{BE453A4B-BE64-43BE-B07D-C0594536FB4F}" type="presParOf" srcId="{411DD547-748D-4F05-A551-8CC1F2AAAD37}" destId="{44C6F372-1536-4EBD-896E-155FFBBB3D5C}" srcOrd="3" destOrd="0" presId="urn:microsoft.com/office/officeart/2005/8/layout/default"/>
    <dgm:cxn modelId="{617ECECE-2A36-4734-B33A-40DE8D0A0C10}" type="presParOf" srcId="{411DD547-748D-4F05-A551-8CC1F2AAAD37}" destId="{5FB65D63-58F1-490B-81EA-E5231D2F5F3B}" srcOrd="4" destOrd="0" presId="urn:microsoft.com/office/officeart/2005/8/layout/default"/>
    <dgm:cxn modelId="{585C58B5-2548-41B5-9C3C-631E0DB4C778}" type="presParOf" srcId="{411DD547-748D-4F05-A551-8CC1F2AAAD37}" destId="{5A398C45-4F0C-4F8C-9DC8-FFD8A8379D04}" srcOrd="5" destOrd="0" presId="urn:microsoft.com/office/officeart/2005/8/layout/default"/>
    <dgm:cxn modelId="{19ACBD5F-A5B9-4F9E-9342-D890887A9AE9}" type="presParOf" srcId="{411DD547-748D-4F05-A551-8CC1F2AAAD37}" destId="{827F121F-FB30-46E1-82CB-860A1CC00FE5}" srcOrd="6" destOrd="0" presId="urn:microsoft.com/office/officeart/2005/8/layout/default"/>
    <dgm:cxn modelId="{FC230A1B-5B67-4247-A30F-3BE04564EAC1}" type="presParOf" srcId="{411DD547-748D-4F05-A551-8CC1F2AAAD37}" destId="{3F294C11-A437-4321-B0D2-C54FC3D223BC}" srcOrd="7" destOrd="0" presId="urn:microsoft.com/office/officeart/2005/8/layout/default"/>
    <dgm:cxn modelId="{4B4C20F4-6544-42C9-89F2-5D51701BF6BE}" type="presParOf" srcId="{411DD547-748D-4F05-A551-8CC1F2AAAD37}" destId="{6E26E937-FF68-4DA1-A637-469C6C128FCF}" srcOrd="8" destOrd="0" presId="urn:microsoft.com/office/officeart/2005/8/layout/default"/>
    <dgm:cxn modelId="{521C125D-4890-4EB9-B6DC-F5E89191A39D}" type="presParOf" srcId="{411DD547-748D-4F05-A551-8CC1F2AAAD37}" destId="{FFCB5996-0EAA-4126-B5C4-3F0B6CAE18E7}" srcOrd="9" destOrd="0" presId="urn:microsoft.com/office/officeart/2005/8/layout/default"/>
    <dgm:cxn modelId="{C1A9F867-32D9-46DF-A78B-4A4BBA849FB2}" type="presParOf" srcId="{411DD547-748D-4F05-A551-8CC1F2AAAD37}" destId="{FD9C5D36-BEAA-4EEE-A20F-7EBDD5B18B4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98937D-462E-4D95-A01C-F7332B0737A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1918EC-0C10-47DF-88B7-74D80691DBCE}">
      <dgm:prSet/>
      <dgm:spPr/>
      <dgm:t>
        <a:bodyPr/>
        <a:lstStyle/>
        <a:p>
          <a:r>
            <a:rPr lang="en-US"/>
            <a:t>Benefits:</a:t>
          </a:r>
        </a:p>
      </dgm:t>
    </dgm:pt>
    <dgm:pt modelId="{D935DD1C-D575-49C8-920E-4B9B51708ED8}" type="parTrans" cxnId="{0D6D2720-E18A-4015-A246-922778498504}">
      <dgm:prSet/>
      <dgm:spPr/>
      <dgm:t>
        <a:bodyPr/>
        <a:lstStyle/>
        <a:p>
          <a:endParaRPr lang="en-US"/>
        </a:p>
      </dgm:t>
    </dgm:pt>
    <dgm:pt modelId="{BF53709F-A412-4D0E-B016-C7D9D100F82A}" type="sibTrans" cxnId="{0D6D2720-E18A-4015-A246-922778498504}">
      <dgm:prSet/>
      <dgm:spPr/>
      <dgm:t>
        <a:bodyPr/>
        <a:lstStyle/>
        <a:p>
          <a:endParaRPr lang="en-US"/>
        </a:p>
      </dgm:t>
    </dgm:pt>
    <dgm:pt modelId="{3324082F-45DB-4976-9414-9F1BD607D348}">
      <dgm:prSet/>
      <dgm:spPr/>
      <dgm:t>
        <a:bodyPr/>
        <a:lstStyle/>
        <a:p>
          <a:r>
            <a:rPr lang="en-US" b="1"/>
            <a:t>• </a:t>
          </a:r>
          <a:r>
            <a:rPr lang="en-US"/>
            <a:t>Enforces consistent Git workflow</a:t>
          </a:r>
        </a:p>
      </dgm:t>
    </dgm:pt>
    <dgm:pt modelId="{657E9619-7A6C-47B1-B4A1-3E9DED31CA9F}" type="parTrans" cxnId="{FFA1E8BC-97F7-43C3-8DF9-6384E7F9EA1A}">
      <dgm:prSet/>
      <dgm:spPr/>
      <dgm:t>
        <a:bodyPr/>
        <a:lstStyle/>
        <a:p>
          <a:endParaRPr lang="en-US"/>
        </a:p>
      </dgm:t>
    </dgm:pt>
    <dgm:pt modelId="{31CD69BE-0A7E-45A5-9A80-61AB001F7342}" type="sibTrans" cxnId="{FFA1E8BC-97F7-43C3-8DF9-6384E7F9EA1A}">
      <dgm:prSet/>
      <dgm:spPr/>
      <dgm:t>
        <a:bodyPr/>
        <a:lstStyle/>
        <a:p>
          <a:endParaRPr lang="en-US"/>
        </a:p>
      </dgm:t>
    </dgm:pt>
    <dgm:pt modelId="{69ABED78-4374-4B4C-A90B-75D307F17CC7}">
      <dgm:prSet/>
      <dgm:spPr/>
      <dgm:t>
        <a:bodyPr/>
        <a:lstStyle/>
        <a:p>
          <a:r>
            <a:rPr lang="en-US"/>
            <a:t>• Improves project history readability</a:t>
          </a:r>
        </a:p>
      </dgm:t>
    </dgm:pt>
    <dgm:pt modelId="{FA792562-7FAB-452F-9467-0DDC2B8D5D77}" type="parTrans" cxnId="{9D8F8520-1E37-4EE1-8CB4-CAFE5E53B304}">
      <dgm:prSet/>
      <dgm:spPr/>
      <dgm:t>
        <a:bodyPr/>
        <a:lstStyle/>
        <a:p>
          <a:endParaRPr lang="en-US"/>
        </a:p>
      </dgm:t>
    </dgm:pt>
    <dgm:pt modelId="{73FB1AC8-6E4B-406F-B7A4-ACAE65CFB961}" type="sibTrans" cxnId="{9D8F8520-1E37-4EE1-8CB4-CAFE5E53B304}">
      <dgm:prSet/>
      <dgm:spPr/>
      <dgm:t>
        <a:bodyPr/>
        <a:lstStyle/>
        <a:p>
          <a:endParaRPr lang="en-US"/>
        </a:p>
      </dgm:t>
    </dgm:pt>
    <dgm:pt modelId="{4D50FDAD-7294-4C55-AF51-6AAE98D94D98}">
      <dgm:prSet/>
      <dgm:spPr/>
      <dgm:t>
        <a:bodyPr/>
        <a:lstStyle/>
        <a:p>
          <a:r>
            <a:rPr lang="en-US"/>
            <a:t>• Prevents poor commit practices</a:t>
          </a:r>
        </a:p>
      </dgm:t>
    </dgm:pt>
    <dgm:pt modelId="{6C3946C4-612D-4F5F-846B-80DFD6D1BACB}" type="parTrans" cxnId="{2C93D041-BB45-4BA9-A154-8987FAA588B4}">
      <dgm:prSet/>
      <dgm:spPr/>
      <dgm:t>
        <a:bodyPr/>
        <a:lstStyle/>
        <a:p>
          <a:endParaRPr lang="en-US"/>
        </a:p>
      </dgm:t>
    </dgm:pt>
    <dgm:pt modelId="{D55CAAD6-FDB3-41CC-B98E-2CC53038973A}" type="sibTrans" cxnId="{2C93D041-BB45-4BA9-A154-8987FAA588B4}">
      <dgm:prSet/>
      <dgm:spPr/>
      <dgm:t>
        <a:bodyPr/>
        <a:lstStyle/>
        <a:p>
          <a:endParaRPr lang="en-US"/>
        </a:p>
      </dgm:t>
    </dgm:pt>
    <dgm:pt modelId="{5414522F-EB43-4B73-B0B1-C2DD21E763C6}">
      <dgm:prSet/>
      <dgm:spPr/>
      <dgm:t>
        <a:bodyPr/>
        <a:lstStyle/>
        <a:p>
          <a:r>
            <a:rPr lang="en-US"/>
            <a:t>• Easy integration with CI/CD</a:t>
          </a:r>
        </a:p>
      </dgm:t>
    </dgm:pt>
    <dgm:pt modelId="{39D5BFF6-198B-4307-A379-88002972ECD7}" type="parTrans" cxnId="{AD9D2401-2AD8-4C91-ACB1-4D711FF2476D}">
      <dgm:prSet/>
      <dgm:spPr/>
      <dgm:t>
        <a:bodyPr/>
        <a:lstStyle/>
        <a:p>
          <a:endParaRPr lang="en-US"/>
        </a:p>
      </dgm:t>
    </dgm:pt>
    <dgm:pt modelId="{6015A3E5-7B5F-4912-A57A-EF99016CFF88}" type="sibTrans" cxnId="{AD9D2401-2AD8-4C91-ACB1-4D711FF2476D}">
      <dgm:prSet/>
      <dgm:spPr/>
      <dgm:t>
        <a:bodyPr/>
        <a:lstStyle/>
        <a:p>
          <a:endParaRPr lang="en-US"/>
        </a:p>
      </dgm:t>
    </dgm:pt>
    <dgm:pt modelId="{3A4E0B14-7E0B-4226-9A85-7CD51D63CAFC}">
      <dgm:prSet/>
      <dgm:spPr/>
      <dgm:t>
        <a:bodyPr/>
        <a:lstStyle/>
        <a:p>
          <a:r>
            <a:rPr lang="en-US"/>
            <a:t>Applications:</a:t>
          </a:r>
        </a:p>
      </dgm:t>
    </dgm:pt>
    <dgm:pt modelId="{F4CCE002-5491-4418-9189-C0978FE10E74}" type="parTrans" cxnId="{B133BF24-CA4A-4D3F-8727-A7281F25CDA2}">
      <dgm:prSet/>
      <dgm:spPr/>
      <dgm:t>
        <a:bodyPr/>
        <a:lstStyle/>
        <a:p>
          <a:endParaRPr lang="en-US"/>
        </a:p>
      </dgm:t>
    </dgm:pt>
    <dgm:pt modelId="{E934C151-0783-4240-B2FC-EF36DF23FAB8}" type="sibTrans" cxnId="{B133BF24-CA4A-4D3F-8727-A7281F25CDA2}">
      <dgm:prSet/>
      <dgm:spPr/>
      <dgm:t>
        <a:bodyPr/>
        <a:lstStyle/>
        <a:p>
          <a:endParaRPr lang="en-US"/>
        </a:p>
      </dgm:t>
    </dgm:pt>
    <dgm:pt modelId="{4CB5D583-E85E-4942-9220-A82E630FB152}">
      <dgm:prSet/>
      <dgm:spPr/>
      <dgm:t>
        <a:bodyPr/>
        <a:lstStyle/>
        <a:p>
          <a:r>
            <a:rPr lang="en-US"/>
            <a:t>• DevOps teams</a:t>
          </a:r>
        </a:p>
      </dgm:t>
    </dgm:pt>
    <dgm:pt modelId="{D331FD5E-D430-450F-A9A9-7AD4B94FD893}" type="parTrans" cxnId="{672808CF-7359-4387-BE70-70D270160BEF}">
      <dgm:prSet/>
      <dgm:spPr/>
      <dgm:t>
        <a:bodyPr/>
        <a:lstStyle/>
        <a:p>
          <a:endParaRPr lang="en-US"/>
        </a:p>
      </dgm:t>
    </dgm:pt>
    <dgm:pt modelId="{4A5C450B-31C7-4CB0-A884-9CD7EF345B00}" type="sibTrans" cxnId="{672808CF-7359-4387-BE70-70D270160BEF}">
      <dgm:prSet/>
      <dgm:spPr/>
      <dgm:t>
        <a:bodyPr/>
        <a:lstStyle/>
        <a:p>
          <a:endParaRPr lang="en-US"/>
        </a:p>
      </dgm:t>
    </dgm:pt>
    <dgm:pt modelId="{C7A267B3-E5FA-44B0-B39C-142E54F93FAE}">
      <dgm:prSet/>
      <dgm:spPr/>
      <dgm:t>
        <a:bodyPr/>
        <a:lstStyle/>
        <a:p>
          <a:r>
            <a:rPr lang="en-US"/>
            <a:t>• Open-source projects</a:t>
          </a:r>
        </a:p>
      </dgm:t>
    </dgm:pt>
    <dgm:pt modelId="{A02CACB1-E298-4539-BA15-2FBC029905BC}" type="parTrans" cxnId="{4144395D-D2BD-403B-9632-996880F68213}">
      <dgm:prSet/>
      <dgm:spPr/>
      <dgm:t>
        <a:bodyPr/>
        <a:lstStyle/>
        <a:p>
          <a:endParaRPr lang="en-US"/>
        </a:p>
      </dgm:t>
    </dgm:pt>
    <dgm:pt modelId="{32483DAB-CBD5-448D-8AA6-0991828F03EA}" type="sibTrans" cxnId="{4144395D-D2BD-403B-9632-996880F68213}">
      <dgm:prSet/>
      <dgm:spPr/>
      <dgm:t>
        <a:bodyPr/>
        <a:lstStyle/>
        <a:p>
          <a:endParaRPr lang="en-US"/>
        </a:p>
      </dgm:t>
    </dgm:pt>
    <dgm:pt modelId="{9B26C8B2-AD0E-4A7A-8ED6-13087FF1E108}">
      <dgm:prSet/>
      <dgm:spPr/>
      <dgm:t>
        <a:bodyPr/>
        <a:lstStyle/>
        <a:p>
          <a:r>
            <a:rPr lang="en-US"/>
            <a:t>• Large collaborative repositories</a:t>
          </a:r>
        </a:p>
      </dgm:t>
    </dgm:pt>
    <dgm:pt modelId="{FD2D13DF-EA35-49C4-8576-0CCAC25B605C}" type="parTrans" cxnId="{D7B71571-FC87-489D-A5A3-904EAE9C7965}">
      <dgm:prSet/>
      <dgm:spPr/>
      <dgm:t>
        <a:bodyPr/>
        <a:lstStyle/>
        <a:p>
          <a:endParaRPr lang="en-US"/>
        </a:p>
      </dgm:t>
    </dgm:pt>
    <dgm:pt modelId="{658910BE-AF54-4241-9B35-1F74C4374AC9}" type="sibTrans" cxnId="{D7B71571-FC87-489D-A5A3-904EAE9C7965}">
      <dgm:prSet/>
      <dgm:spPr/>
      <dgm:t>
        <a:bodyPr/>
        <a:lstStyle/>
        <a:p>
          <a:endParaRPr lang="en-US"/>
        </a:p>
      </dgm:t>
    </dgm:pt>
    <dgm:pt modelId="{FB7E1138-8707-4D40-A073-1011DA97D23C}" type="pres">
      <dgm:prSet presAssocID="{C098937D-462E-4D95-A01C-F7332B0737AE}" presName="vert0" presStyleCnt="0">
        <dgm:presLayoutVars>
          <dgm:dir/>
          <dgm:animOne val="branch"/>
          <dgm:animLvl val="lvl"/>
        </dgm:presLayoutVars>
      </dgm:prSet>
      <dgm:spPr/>
    </dgm:pt>
    <dgm:pt modelId="{2DB0C20C-2548-4CB3-9BFE-C2DEDE5A0A5B}" type="pres">
      <dgm:prSet presAssocID="{3D1918EC-0C10-47DF-88B7-74D80691DBCE}" presName="thickLine" presStyleLbl="alignNode1" presStyleIdx="0" presStyleCnt="9"/>
      <dgm:spPr/>
    </dgm:pt>
    <dgm:pt modelId="{D198D518-1D77-489B-BAC7-7E6252F233D4}" type="pres">
      <dgm:prSet presAssocID="{3D1918EC-0C10-47DF-88B7-74D80691DBCE}" presName="horz1" presStyleCnt="0"/>
      <dgm:spPr/>
    </dgm:pt>
    <dgm:pt modelId="{7D951D2C-986C-4186-8454-DD407AF9D9BF}" type="pres">
      <dgm:prSet presAssocID="{3D1918EC-0C10-47DF-88B7-74D80691DBCE}" presName="tx1" presStyleLbl="revTx" presStyleIdx="0" presStyleCnt="9"/>
      <dgm:spPr/>
    </dgm:pt>
    <dgm:pt modelId="{46F70AFF-26C2-4A5E-BE93-3D174B7B1BE7}" type="pres">
      <dgm:prSet presAssocID="{3D1918EC-0C10-47DF-88B7-74D80691DBCE}" presName="vert1" presStyleCnt="0"/>
      <dgm:spPr/>
    </dgm:pt>
    <dgm:pt modelId="{D5DB58DD-8044-4AB5-89F8-3667F2531B1E}" type="pres">
      <dgm:prSet presAssocID="{3324082F-45DB-4976-9414-9F1BD607D348}" presName="thickLine" presStyleLbl="alignNode1" presStyleIdx="1" presStyleCnt="9"/>
      <dgm:spPr/>
    </dgm:pt>
    <dgm:pt modelId="{6BDB40C1-FFA0-4469-B22B-8B823DA1E585}" type="pres">
      <dgm:prSet presAssocID="{3324082F-45DB-4976-9414-9F1BD607D348}" presName="horz1" presStyleCnt="0"/>
      <dgm:spPr/>
    </dgm:pt>
    <dgm:pt modelId="{E4BF4359-5111-4A4A-8136-08FA511D5A72}" type="pres">
      <dgm:prSet presAssocID="{3324082F-45DB-4976-9414-9F1BD607D348}" presName="tx1" presStyleLbl="revTx" presStyleIdx="1" presStyleCnt="9"/>
      <dgm:spPr/>
    </dgm:pt>
    <dgm:pt modelId="{D03E1936-E9CE-4785-98C8-00F6DED06D3F}" type="pres">
      <dgm:prSet presAssocID="{3324082F-45DB-4976-9414-9F1BD607D348}" presName="vert1" presStyleCnt="0"/>
      <dgm:spPr/>
    </dgm:pt>
    <dgm:pt modelId="{24981BE0-B960-4BB4-A286-C0967C28D1B2}" type="pres">
      <dgm:prSet presAssocID="{69ABED78-4374-4B4C-A90B-75D307F17CC7}" presName="thickLine" presStyleLbl="alignNode1" presStyleIdx="2" presStyleCnt="9"/>
      <dgm:spPr/>
    </dgm:pt>
    <dgm:pt modelId="{24691010-2F86-43D7-8910-9EF52C06B5BF}" type="pres">
      <dgm:prSet presAssocID="{69ABED78-4374-4B4C-A90B-75D307F17CC7}" presName="horz1" presStyleCnt="0"/>
      <dgm:spPr/>
    </dgm:pt>
    <dgm:pt modelId="{1EB1706B-5399-4FD3-A65B-49C1151E3169}" type="pres">
      <dgm:prSet presAssocID="{69ABED78-4374-4B4C-A90B-75D307F17CC7}" presName="tx1" presStyleLbl="revTx" presStyleIdx="2" presStyleCnt="9"/>
      <dgm:spPr/>
    </dgm:pt>
    <dgm:pt modelId="{1F96C281-1A0E-4B36-BEBC-4593FEC0F9C5}" type="pres">
      <dgm:prSet presAssocID="{69ABED78-4374-4B4C-A90B-75D307F17CC7}" presName="vert1" presStyleCnt="0"/>
      <dgm:spPr/>
    </dgm:pt>
    <dgm:pt modelId="{6F3BBC6F-C6D0-4146-B87C-27993050383F}" type="pres">
      <dgm:prSet presAssocID="{4D50FDAD-7294-4C55-AF51-6AAE98D94D98}" presName="thickLine" presStyleLbl="alignNode1" presStyleIdx="3" presStyleCnt="9"/>
      <dgm:spPr/>
    </dgm:pt>
    <dgm:pt modelId="{62DA3EF5-7B3E-4CA4-85FD-F2B14854E6B7}" type="pres">
      <dgm:prSet presAssocID="{4D50FDAD-7294-4C55-AF51-6AAE98D94D98}" presName="horz1" presStyleCnt="0"/>
      <dgm:spPr/>
    </dgm:pt>
    <dgm:pt modelId="{18FF38D6-AC1D-4D80-AB12-36F6D5C0BEB9}" type="pres">
      <dgm:prSet presAssocID="{4D50FDAD-7294-4C55-AF51-6AAE98D94D98}" presName="tx1" presStyleLbl="revTx" presStyleIdx="3" presStyleCnt="9"/>
      <dgm:spPr/>
    </dgm:pt>
    <dgm:pt modelId="{0323199C-4B3E-4E2C-A805-0FC9CD569BCF}" type="pres">
      <dgm:prSet presAssocID="{4D50FDAD-7294-4C55-AF51-6AAE98D94D98}" presName="vert1" presStyleCnt="0"/>
      <dgm:spPr/>
    </dgm:pt>
    <dgm:pt modelId="{4F2A9F78-CB5D-4510-8D10-C02F03B857E8}" type="pres">
      <dgm:prSet presAssocID="{5414522F-EB43-4B73-B0B1-C2DD21E763C6}" presName="thickLine" presStyleLbl="alignNode1" presStyleIdx="4" presStyleCnt="9"/>
      <dgm:spPr/>
    </dgm:pt>
    <dgm:pt modelId="{60296B8C-0101-4B0C-AB6C-3A05EBB37165}" type="pres">
      <dgm:prSet presAssocID="{5414522F-EB43-4B73-B0B1-C2DD21E763C6}" presName="horz1" presStyleCnt="0"/>
      <dgm:spPr/>
    </dgm:pt>
    <dgm:pt modelId="{1AC05DAB-7F37-44EC-B3B3-FB10B54292EF}" type="pres">
      <dgm:prSet presAssocID="{5414522F-EB43-4B73-B0B1-C2DD21E763C6}" presName="tx1" presStyleLbl="revTx" presStyleIdx="4" presStyleCnt="9"/>
      <dgm:spPr/>
    </dgm:pt>
    <dgm:pt modelId="{49EE685D-8734-4E92-8465-E802164A92F7}" type="pres">
      <dgm:prSet presAssocID="{5414522F-EB43-4B73-B0B1-C2DD21E763C6}" presName="vert1" presStyleCnt="0"/>
      <dgm:spPr/>
    </dgm:pt>
    <dgm:pt modelId="{607B2419-BEF4-4235-A5D1-96E378897858}" type="pres">
      <dgm:prSet presAssocID="{3A4E0B14-7E0B-4226-9A85-7CD51D63CAFC}" presName="thickLine" presStyleLbl="alignNode1" presStyleIdx="5" presStyleCnt="9"/>
      <dgm:spPr/>
    </dgm:pt>
    <dgm:pt modelId="{577E39C3-931A-4ED0-A928-D37F2A036A6F}" type="pres">
      <dgm:prSet presAssocID="{3A4E0B14-7E0B-4226-9A85-7CD51D63CAFC}" presName="horz1" presStyleCnt="0"/>
      <dgm:spPr/>
    </dgm:pt>
    <dgm:pt modelId="{592B27F8-2B34-4C76-B2C4-E9E127ADE672}" type="pres">
      <dgm:prSet presAssocID="{3A4E0B14-7E0B-4226-9A85-7CD51D63CAFC}" presName="tx1" presStyleLbl="revTx" presStyleIdx="5" presStyleCnt="9"/>
      <dgm:spPr/>
    </dgm:pt>
    <dgm:pt modelId="{EE9E0E9D-7944-410E-9ADF-E83F8360CA89}" type="pres">
      <dgm:prSet presAssocID="{3A4E0B14-7E0B-4226-9A85-7CD51D63CAFC}" presName="vert1" presStyleCnt="0"/>
      <dgm:spPr/>
    </dgm:pt>
    <dgm:pt modelId="{BCA8DC99-DBC5-43DC-A830-F9B549EC3921}" type="pres">
      <dgm:prSet presAssocID="{4CB5D583-E85E-4942-9220-A82E630FB152}" presName="thickLine" presStyleLbl="alignNode1" presStyleIdx="6" presStyleCnt="9"/>
      <dgm:spPr/>
    </dgm:pt>
    <dgm:pt modelId="{2A70C4C0-2D90-4020-B900-2987E80B67A1}" type="pres">
      <dgm:prSet presAssocID="{4CB5D583-E85E-4942-9220-A82E630FB152}" presName="horz1" presStyleCnt="0"/>
      <dgm:spPr/>
    </dgm:pt>
    <dgm:pt modelId="{49387B79-7C35-416C-B52A-C3D7375C9F3D}" type="pres">
      <dgm:prSet presAssocID="{4CB5D583-E85E-4942-9220-A82E630FB152}" presName="tx1" presStyleLbl="revTx" presStyleIdx="6" presStyleCnt="9"/>
      <dgm:spPr/>
    </dgm:pt>
    <dgm:pt modelId="{D42AD5A4-6E66-4420-AF71-C4C437ED3B0D}" type="pres">
      <dgm:prSet presAssocID="{4CB5D583-E85E-4942-9220-A82E630FB152}" presName="vert1" presStyleCnt="0"/>
      <dgm:spPr/>
    </dgm:pt>
    <dgm:pt modelId="{4D6D84A4-8A6A-4EBF-8541-BFA323C49B10}" type="pres">
      <dgm:prSet presAssocID="{C7A267B3-E5FA-44B0-B39C-142E54F93FAE}" presName="thickLine" presStyleLbl="alignNode1" presStyleIdx="7" presStyleCnt="9"/>
      <dgm:spPr/>
    </dgm:pt>
    <dgm:pt modelId="{E1D3612C-4E4F-40C2-A6D7-DD1C08750E46}" type="pres">
      <dgm:prSet presAssocID="{C7A267B3-E5FA-44B0-B39C-142E54F93FAE}" presName="horz1" presStyleCnt="0"/>
      <dgm:spPr/>
    </dgm:pt>
    <dgm:pt modelId="{52A471E9-39E5-4489-99A7-0339EBD0BC9A}" type="pres">
      <dgm:prSet presAssocID="{C7A267B3-E5FA-44B0-B39C-142E54F93FAE}" presName="tx1" presStyleLbl="revTx" presStyleIdx="7" presStyleCnt="9"/>
      <dgm:spPr/>
    </dgm:pt>
    <dgm:pt modelId="{579DE9BF-E35C-483C-A8C9-3150D37FBDE4}" type="pres">
      <dgm:prSet presAssocID="{C7A267B3-E5FA-44B0-B39C-142E54F93FAE}" presName="vert1" presStyleCnt="0"/>
      <dgm:spPr/>
    </dgm:pt>
    <dgm:pt modelId="{63E374F4-2C42-44BC-98C8-C391DBE90560}" type="pres">
      <dgm:prSet presAssocID="{9B26C8B2-AD0E-4A7A-8ED6-13087FF1E108}" presName="thickLine" presStyleLbl="alignNode1" presStyleIdx="8" presStyleCnt="9"/>
      <dgm:spPr/>
    </dgm:pt>
    <dgm:pt modelId="{84C1E81C-42A8-43CF-862E-F42ACB6C77BC}" type="pres">
      <dgm:prSet presAssocID="{9B26C8B2-AD0E-4A7A-8ED6-13087FF1E108}" presName="horz1" presStyleCnt="0"/>
      <dgm:spPr/>
    </dgm:pt>
    <dgm:pt modelId="{47DAF5CE-98DF-44AA-9310-F07B9EC59BCD}" type="pres">
      <dgm:prSet presAssocID="{9B26C8B2-AD0E-4A7A-8ED6-13087FF1E108}" presName="tx1" presStyleLbl="revTx" presStyleIdx="8" presStyleCnt="9"/>
      <dgm:spPr/>
    </dgm:pt>
    <dgm:pt modelId="{45253BB8-A2E6-4FD1-A339-D023C65AAC49}" type="pres">
      <dgm:prSet presAssocID="{9B26C8B2-AD0E-4A7A-8ED6-13087FF1E108}" presName="vert1" presStyleCnt="0"/>
      <dgm:spPr/>
    </dgm:pt>
  </dgm:ptLst>
  <dgm:cxnLst>
    <dgm:cxn modelId="{AD9D2401-2AD8-4C91-ACB1-4D711FF2476D}" srcId="{C098937D-462E-4D95-A01C-F7332B0737AE}" destId="{5414522F-EB43-4B73-B0B1-C2DD21E763C6}" srcOrd="4" destOrd="0" parTransId="{39D5BFF6-198B-4307-A379-88002972ECD7}" sibTransId="{6015A3E5-7B5F-4912-A57A-EF99016CFF88}"/>
    <dgm:cxn modelId="{1C6A4F0F-7378-46BE-A662-AF73C9E1E7B8}" type="presOf" srcId="{4CB5D583-E85E-4942-9220-A82E630FB152}" destId="{49387B79-7C35-416C-B52A-C3D7375C9F3D}" srcOrd="0" destOrd="0" presId="urn:microsoft.com/office/officeart/2008/layout/LinedList"/>
    <dgm:cxn modelId="{0D6D2720-E18A-4015-A246-922778498504}" srcId="{C098937D-462E-4D95-A01C-F7332B0737AE}" destId="{3D1918EC-0C10-47DF-88B7-74D80691DBCE}" srcOrd="0" destOrd="0" parTransId="{D935DD1C-D575-49C8-920E-4B9B51708ED8}" sibTransId="{BF53709F-A412-4D0E-B016-C7D9D100F82A}"/>
    <dgm:cxn modelId="{9D8F8520-1E37-4EE1-8CB4-CAFE5E53B304}" srcId="{C098937D-462E-4D95-A01C-F7332B0737AE}" destId="{69ABED78-4374-4B4C-A90B-75D307F17CC7}" srcOrd="2" destOrd="0" parTransId="{FA792562-7FAB-452F-9467-0DDC2B8D5D77}" sibTransId="{73FB1AC8-6E4B-406F-B7A4-ACAE65CFB961}"/>
    <dgm:cxn modelId="{B133BF24-CA4A-4D3F-8727-A7281F25CDA2}" srcId="{C098937D-462E-4D95-A01C-F7332B0737AE}" destId="{3A4E0B14-7E0B-4226-9A85-7CD51D63CAFC}" srcOrd="5" destOrd="0" parTransId="{F4CCE002-5491-4418-9189-C0978FE10E74}" sibTransId="{E934C151-0783-4240-B2FC-EF36DF23FAB8}"/>
    <dgm:cxn modelId="{9ABFF43A-84F3-4693-B8FA-377CD8B5C483}" type="presOf" srcId="{5414522F-EB43-4B73-B0B1-C2DD21E763C6}" destId="{1AC05DAB-7F37-44EC-B3B3-FB10B54292EF}" srcOrd="0" destOrd="0" presId="urn:microsoft.com/office/officeart/2008/layout/LinedList"/>
    <dgm:cxn modelId="{4144395D-D2BD-403B-9632-996880F68213}" srcId="{C098937D-462E-4D95-A01C-F7332B0737AE}" destId="{C7A267B3-E5FA-44B0-B39C-142E54F93FAE}" srcOrd="7" destOrd="0" parTransId="{A02CACB1-E298-4539-BA15-2FBC029905BC}" sibTransId="{32483DAB-CBD5-448D-8AA6-0991828F03EA}"/>
    <dgm:cxn modelId="{2C93D041-BB45-4BA9-A154-8987FAA588B4}" srcId="{C098937D-462E-4D95-A01C-F7332B0737AE}" destId="{4D50FDAD-7294-4C55-AF51-6AAE98D94D98}" srcOrd="3" destOrd="0" parTransId="{6C3946C4-612D-4F5F-846B-80DFD6D1BACB}" sibTransId="{D55CAAD6-FDB3-41CC-B98E-2CC53038973A}"/>
    <dgm:cxn modelId="{490E5E68-46AD-4524-9887-ECFC4FCCA7D6}" type="presOf" srcId="{C7A267B3-E5FA-44B0-B39C-142E54F93FAE}" destId="{52A471E9-39E5-4489-99A7-0339EBD0BC9A}" srcOrd="0" destOrd="0" presId="urn:microsoft.com/office/officeart/2008/layout/LinedList"/>
    <dgm:cxn modelId="{2A200C6E-4D64-42B8-A9B7-1BECA0DEF3E1}" type="presOf" srcId="{C098937D-462E-4D95-A01C-F7332B0737AE}" destId="{FB7E1138-8707-4D40-A073-1011DA97D23C}" srcOrd="0" destOrd="0" presId="urn:microsoft.com/office/officeart/2008/layout/LinedList"/>
    <dgm:cxn modelId="{D7B71571-FC87-489D-A5A3-904EAE9C7965}" srcId="{C098937D-462E-4D95-A01C-F7332B0737AE}" destId="{9B26C8B2-AD0E-4A7A-8ED6-13087FF1E108}" srcOrd="8" destOrd="0" parTransId="{FD2D13DF-EA35-49C4-8576-0CCAC25B605C}" sibTransId="{658910BE-AF54-4241-9B35-1F74C4374AC9}"/>
    <dgm:cxn modelId="{35B75681-C917-4E06-9E0D-67BDE4967FEE}" type="presOf" srcId="{3A4E0B14-7E0B-4226-9A85-7CD51D63CAFC}" destId="{592B27F8-2B34-4C76-B2C4-E9E127ADE672}" srcOrd="0" destOrd="0" presId="urn:microsoft.com/office/officeart/2008/layout/LinedList"/>
    <dgm:cxn modelId="{19514887-48D0-4694-9D7D-FDBB99DDFFC4}" type="presOf" srcId="{4D50FDAD-7294-4C55-AF51-6AAE98D94D98}" destId="{18FF38D6-AC1D-4D80-AB12-36F6D5C0BEB9}" srcOrd="0" destOrd="0" presId="urn:microsoft.com/office/officeart/2008/layout/LinedList"/>
    <dgm:cxn modelId="{7245C698-E925-448E-A2A3-D313EF0607D3}" type="presOf" srcId="{69ABED78-4374-4B4C-A90B-75D307F17CC7}" destId="{1EB1706B-5399-4FD3-A65B-49C1151E3169}" srcOrd="0" destOrd="0" presId="urn:microsoft.com/office/officeart/2008/layout/LinedList"/>
    <dgm:cxn modelId="{C0E549A6-606B-4BD9-AC06-D113994B2792}" type="presOf" srcId="{3D1918EC-0C10-47DF-88B7-74D80691DBCE}" destId="{7D951D2C-986C-4186-8454-DD407AF9D9BF}" srcOrd="0" destOrd="0" presId="urn:microsoft.com/office/officeart/2008/layout/LinedList"/>
    <dgm:cxn modelId="{FFA1E8BC-97F7-43C3-8DF9-6384E7F9EA1A}" srcId="{C098937D-462E-4D95-A01C-F7332B0737AE}" destId="{3324082F-45DB-4976-9414-9F1BD607D348}" srcOrd="1" destOrd="0" parTransId="{657E9619-7A6C-47B1-B4A1-3E9DED31CA9F}" sibTransId="{31CD69BE-0A7E-45A5-9A80-61AB001F7342}"/>
    <dgm:cxn modelId="{D2838DC6-D85E-4167-821F-AB3BF50BE77E}" type="presOf" srcId="{9B26C8B2-AD0E-4A7A-8ED6-13087FF1E108}" destId="{47DAF5CE-98DF-44AA-9310-F07B9EC59BCD}" srcOrd="0" destOrd="0" presId="urn:microsoft.com/office/officeart/2008/layout/LinedList"/>
    <dgm:cxn modelId="{672808CF-7359-4387-BE70-70D270160BEF}" srcId="{C098937D-462E-4D95-A01C-F7332B0737AE}" destId="{4CB5D583-E85E-4942-9220-A82E630FB152}" srcOrd="6" destOrd="0" parTransId="{D331FD5E-D430-450F-A9A9-7AD4B94FD893}" sibTransId="{4A5C450B-31C7-4CB0-A884-9CD7EF345B00}"/>
    <dgm:cxn modelId="{CBA289F8-D4DF-446F-919C-C2D6388ACD70}" type="presOf" srcId="{3324082F-45DB-4976-9414-9F1BD607D348}" destId="{E4BF4359-5111-4A4A-8136-08FA511D5A72}" srcOrd="0" destOrd="0" presId="urn:microsoft.com/office/officeart/2008/layout/LinedList"/>
    <dgm:cxn modelId="{A346B510-3F69-458E-8D46-FECC00A3265B}" type="presParOf" srcId="{FB7E1138-8707-4D40-A073-1011DA97D23C}" destId="{2DB0C20C-2548-4CB3-9BFE-C2DEDE5A0A5B}" srcOrd="0" destOrd="0" presId="urn:microsoft.com/office/officeart/2008/layout/LinedList"/>
    <dgm:cxn modelId="{D02313DC-69BC-4D0D-ADD0-8BF9D72F2621}" type="presParOf" srcId="{FB7E1138-8707-4D40-A073-1011DA97D23C}" destId="{D198D518-1D77-489B-BAC7-7E6252F233D4}" srcOrd="1" destOrd="0" presId="urn:microsoft.com/office/officeart/2008/layout/LinedList"/>
    <dgm:cxn modelId="{8B9ABA89-101F-4FE7-85A8-55AD07628EB7}" type="presParOf" srcId="{D198D518-1D77-489B-BAC7-7E6252F233D4}" destId="{7D951D2C-986C-4186-8454-DD407AF9D9BF}" srcOrd="0" destOrd="0" presId="urn:microsoft.com/office/officeart/2008/layout/LinedList"/>
    <dgm:cxn modelId="{9D2810AC-B1CB-41F3-BACC-D3D6D7ADA80C}" type="presParOf" srcId="{D198D518-1D77-489B-BAC7-7E6252F233D4}" destId="{46F70AFF-26C2-4A5E-BE93-3D174B7B1BE7}" srcOrd="1" destOrd="0" presId="urn:microsoft.com/office/officeart/2008/layout/LinedList"/>
    <dgm:cxn modelId="{869C666D-C545-4D71-85DC-55C4D22B14E0}" type="presParOf" srcId="{FB7E1138-8707-4D40-A073-1011DA97D23C}" destId="{D5DB58DD-8044-4AB5-89F8-3667F2531B1E}" srcOrd="2" destOrd="0" presId="urn:microsoft.com/office/officeart/2008/layout/LinedList"/>
    <dgm:cxn modelId="{9E7F30C5-24C2-4F28-961C-DDF7333BC15D}" type="presParOf" srcId="{FB7E1138-8707-4D40-A073-1011DA97D23C}" destId="{6BDB40C1-FFA0-4469-B22B-8B823DA1E585}" srcOrd="3" destOrd="0" presId="urn:microsoft.com/office/officeart/2008/layout/LinedList"/>
    <dgm:cxn modelId="{93850C50-3AE6-4B3C-9E25-0CF0413EFAFD}" type="presParOf" srcId="{6BDB40C1-FFA0-4469-B22B-8B823DA1E585}" destId="{E4BF4359-5111-4A4A-8136-08FA511D5A72}" srcOrd="0" destOrd="0" presId="urn:microsoft.com/office/officeart/2008/layout/LinedList"/>
    <dgm:cxn modelId="{F9638C62-DC22-4818-819A-AD476369D301}" type="presParOf" srcId="{6BDB40C1-FFA0-4469-B22B-8B823DA1E585}" destId="{D03E1936-E9CE-4785-98C8-00F6DED06D3F}" srcOrd="1" destOrd="0" presId="urn:microsoft.com/office/officeart/2008/layout/LinedList"/>
    <dgm:cxn modelId="{AF75A316-BB7B-481E-8B12-082A3AA96966}" type="presParOf" srcId="{FB7E1138-8707-4D40-A073-1011DA97D23C}" destId="{24981BE0-B960-4BB4-A286-C0967C28D1B2}" srcOrd="4" destOrd="0" presId="urn:microsoft.com/office/officeart/2008/layout/LinedList"/>
    <dgm:cxn modelId="{53E568FE-3F7C-486E-8EFC-88D1E9822BD9}" type="presParOf" srcId="{FB7E1138-8707-4D40-A073-1011DA97D23C}" destId="{24691010-2F86-43D7-8910-9EF52C06B5BF}" srcOrd="5" destOrd="0" presId="urn:microsoft.com/office/officeart/2008/layout/LinedList"/>
    <dgm:cxn modelId="{64D09BB9-2A31-4BDE-BC0A-197F33A751D2}" type="presParOf" srcId="{24691010-2F86-43D7-8910-9EF52C06B5BF}" destId="{1EB1706B-5399-4FD3-A65B-49C1151E3169}" srcOrd="0" destOrd="0" presId="urn:microsoft.com/office/officeart/2008/layout/LinedList"/>
    <dgm:cxn modelId="{C4047FF5-5A85-4D57-B6FF-242F113BE69B}" type="presParOf" srcId="{24691010-2F86-43D7-8910-9EF52C06B5BF}" destId="{1F96C281-1A0E-4B36-BEBC-4593FEC0F9C5}" srcOrd="1" destOrd="0" presId="urn:microsoft.com/office/officeart/2008/layout/LinedList"/>
    <dgm:cxn modelId="{B9B0880E-E87E-4AD0-B162-DAAE224A9822}" type="presParOf" srcId="{FB7E1138-8707-4D40-A073-1011DA97D23C}" destId="{6F3BBC6F-C6D0-4146-B87C-27993050383F}" srcOrd="6" destOrd="0" presId="urn:microsoft.com/office/officeart/2008/layout/LinedList"/>
    <dgm:cxn modelId="{CCA8F1CB-3FA8-415C-8D3D-E4679C63393E}" type="presParOf" srcId="{FB7E1138-8707-4D40-A073-1011DA97D23C}" destId="{62DA3EF5-7B3E-4CA4-85FD-F2B14854E6B7}" srcOrd="7" destOrd="0" presId="urn:microsoft.com/office/officeart/2008/layout/LinedList"/>
    <dgm:cxn modelId="{9F11CB3D-3C5A-4005-9102-125F363313DF}" type="presParOf" srcId="{62DA3EF5-7B3E-4CA4-85FD-F2B14854E6B7}" destId="{18FF38D6-AC1D-4D80-AB12-36F6D5C0BEB9}" srcOrd="0" destOrd="0" presId="urn:microsoft.com/office/officeart/2008/layout/LinedList"/>
    <dgm:cxn modelId="{AA19BB4E-F762-476C-8A87-DB93577F2AAB}" type="presParOf" srcId="{62DA3EF5-7B3E-4CA4-85FD-F2B14854E6B7}" destId="{0323199C-4B3E-4E2C-A805-0FC9CD569BCF}" srcOrd="1" destOrd="0" presId="urn:microsoft.com/office/officeart/2008/layout/LinedList"/>
    <dgm:cxn modelId="{17D23E88-E7D6-41DB-9147-35FD22914D9C}" type="presParOf" srcId="{FB7E1138-8707-4D40-A073-1011DA97D23C}" destId="{4F2A9F78-CB5D-4510-8D10-C02F03B857E8}" srcOrd="8" destOrd="0" presId="urn:microsoft.com/office/officeart/2008/layout/LinedList"/>
    <dgm:cxn modelId="{51E4BD93-3EAB-4E8A-BA73-904CEEEC8B95}" type="presParOf" srcId="{FB7E1138-8707-4D40-A073-1011DA97D23C}" destId="{60296B8C-0101-4B0C-AB6C-3A05EBB37165}" srcOrd="9" destOrd="0" presId="urn:microsoft.com/office/officeart/2008/layout/LinedList"/>
    <dgm:cxn modelId="{9463CF9F-E727-4789-8433-45A1C0E17449}" type="presParOf" srcId="{60296B8C-0101-4B0C-AB6C-3A05EBB37165}" destId="{1AC05DAB-7F37-44EC-B3B3-FB10B54292EF}" srcOrd="0" destOrd="0" presId="urn:microsoft.com/office/officeart/2008/layout/LinedList"/>
    <dgm:cxn modelId="{859581E5-8111-472C-8B52-ABE82BE3A154}" type="presParOf" srcId="{60296B8C-0101-4B0C-AB6C-3A05EBB37165}" destId="{49EE685D-8734-4E92-8465-E802164A92F7}" srcOrd="1" destOrd="0" presId="urn:microsoft.com/office/officeart/2008/layout/LinedList"/>
    <dgm:cxn modelId="{CBE8373B-CC9A-45FF-B935-0663DFB26A85}" type="presParOf" srcId="{FB7E1138-8707-4D40-A073-1011DA97D23C}" destId="{607B2419-BEF4-4235-A5D1-96E378897858}" srcOrd="10" destOrd="0" presId="urn:microsoft.com/office/officeart/2008/layout/LinedList"/>
    <dgm:cxn modelId="{0663098E-5200-426A-9F31-CC3DD0921760}" type="presParOf" srcId="{FB7E1138-8707-4D40-A073-1011DA97D23C}" destId="{577E39C3-931A-4ED0-A928-D37F2A036A6F}" srcOrd="11" destOrd="0" presId="urn:microsoft.com/office/officeart/2008/layout/LinedList"/>
    <dgm:cxn modelId="{DD1EE37C-C8D6-438C-9D0E-0410D71EDF3B}" type="presParOf" srcId="{577E39C3-931A-4ED0-A928-D37F2A036A6F}" destId="{592B27F8-2B34-4C76-B2C4-E9E127ADE672}" srcOrd="0" destOrd="0" presId="urn:microsoft.com/office/officeart/2008/layout/LinedList"/>
    <dgm:cxn modelId="{2EEAFE13-A5C9-4558-ADD8-428E9AF87DAF}" type="presParOf" srcId="{577E39C3-931A-4ED0-A928-D37F2A036A6F}" destId="{EE9E0E9D-7944-410E-9ADF-E83F8360CA89}" srcOrd="1" destOrd="0" presId="urn:microsoft.com/office/officeart/2008/layout/LinedList"/>
    <dgm:cxn modelId="{BAF0989E-8761-459C-BF03-9DC7FC60B62C}" type="presParOf" srcId="{FB7E1138-8707-4D40-A073-1011DA97D23C}" destId="{BCA8DC99-DBC5-43DC-A830-F9B549EC3921}" srcOrd="12" destOrd="0" presId="urn:microsoft.com/office/officeart/2008/layout/LinedList"/>
    <dgm:cxn modelId="{D540804E-6600-48DD-ADE3-C1C6C8EACEFF}" type="presParOf" srcId="{FB7E1138-8707-4D40-A073-1011DA97D23C}" destId="{2A70C4C0-2D90-4020-B900-2987E80B67A1}" srcOrd="13" destOrd="0" presId="urn:microsoft.com/office/officeart/2008/layout/LinedList"/>
    <dgm:cxn modelId="{6721905F-F1A4-4C4A-80BE-B8CFEDA0BB47}" type="presParOf" srcId="{2A70C4C0-2D90-4020-B900-2987E80B67A1}" destId="{49387B79-7C35-416C-B52A-C3D7375C9F3D}" srcOrd="0" destOrd="0" presId="urn:microsoft.com/office/officeart/2008/layout/LinedList"/>
    <dgm:cxn modelId="{DDB824F3-FC95-47DC-9B35-394256ACB637}" type="presParOf" srcId="{2A70C4C0-2D90-4020-B900-2987E80B67A1}" destId="{D42AD5A4-6E66-4420-AF71-C4C437ED3B0D}" srcOrd="1" destOrd="0" presId="urn:microsoft.com/office/officeart/2008/layout/LinedList"/>
    <dgm:cxn modelId="{A59F51B1-C3DE-4DD0-A440-903E7E4773FC}" type="presParOf" srcId="{FB7E1138-8707-4D40-A073-1011DA97D23C}" destId="{4D6D84A4-8A6A-4EBF-8541-BFA323C49B10}" srcOrd="14" destOrd="0" presId="urn:microsoft.com/office/officeart/2008/layout/LinedList"/>
    <dgm:cxn modelId="{33548FDB-ED04-4240-A823-79A9C63EC354}" type="presParOf" srcId="{FB7E1138-8707-4D40-A073-1011DA97D23C}" destId="{E1D3612C-4E4F-40C2-A6D7-DD1C08750E46}" srcOrd="15" destOrd="0" presId="urn:microsoft.com/office/officeart/2008/layout/LinedList"/>
    <dgm:cxn modelId="{A6BDFEC0-FF15-44EF-8C36-04531C9E210A}" type="presParOf" srcId="{E1D3612C-4E4F-40C2-A6D7-DD1C08750E46}" destId="{52A471E9-39E5-4489-99A7-0339EBD0BC9A}" srcOrd="0" destOrd="0" presId="urn:microsoft.com/office/officeart/2008/layout/LinedList"/>
    <dgm:cxn modelId="{BBFE1495-1743-492D-BB32-E0392937E008}" type="presParOf" srcId="{E1D3612C-4E4F-40C2-A6D7-DD1C08750E46}" destId="{579DE9BF-E35C-483C-A8C9-3150D37FBDE4}" srcOrd="1" destOrd="0" presId="urn:microsoft.com/office/officeart/2008/layout/LinedList"/>
    <dgm:cxn modelId="{A73AF16D-BA73-4B77-B596-149F704CD3B0}" type="presParOf" srcId="{FB7E1138-8707-4D40-A073-1011DA97D23C}" destId="{63E374F4-2C42-44BC-98C8-C391DBE90560}" srcOrd="16" destOrd="0" presId="urn:microsoft.com/office/officeart/2008/layout/LinedList"/>
    <dgm:cxn modelId="{B250F6D8-4333-4C1A-BA10-A96A9CE15F3F}" type="presParOf" srcId="{FB7E1138-8707-4D40-A073-1011DA97D23C}" destId="{84C1E81C-42A8-43CF-862E-F42ACB6C77BC}" srcOrd="17" destOrd="0" presId="urn:microsoft.com/office/officeart/2008/layout/LinedList"/>
    <dgm:cxn modelId="{FAA8B444-7B39-4429-81CE-F720C02BCFAB}" type="presParOf" srcId="{84C1E81C-42A8-43CF-862E-F42ACB6C77BC}" destId="{47DAF5CE-98DF-44AA-9310-F07B9EC59BCD}" srcOrd="0" destOrd="0" presId="urn:microsoft.com/office/officeart/2008/layout/LinedList"/>
    <dgm:cxn modelId="{49EA7394-253B-40BE-A6EC-EED2C8179D6C}" type="presParOf" srcId="{84C1E81C-42A8-43CF-862E-F42ACB6C77BC}" destId="{45253BB8-A2E6-4FD1-A339-D023C65AAC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C8AFA-C477-4773-8477-ADE305598466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6B951-100E-4C58-806D-76ABDBA4F7A7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C489A-FBB0-486E-A884-5966917031E2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Inconsistent branch naming conventions</a:t>
          </a:r>
        </a:p>
      </dsp:txBody>
      <dsp:txXfrm>
        <a:off x="1129902" y="4592"/>
        <a:ext cx="3596298" cy="978270"/>
      </dsp:txXfrm>
    </dsp:sp>
    <dsp:sp modelId="{971B0296-428E-44DD-8167-AA4836AC2E98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2BD63-7FA3-43E1-94A0-2F3AEACB5CF9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0903C-425A-4C12-BC76-D5A45408D0CD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Poorly structured commit messages</a:t>
          </a:r>
        </a:p>
      </dsp:txBody>
      <dsp:txXfrm>
        <a:off x="1129902" y="1227431"/>
        <a:ext cx="3596298" cy="978270"/>
      </dsp:txXfrm>
    </dsp:sp>
    <dsp:sp modelId="{A49ACB10-2CA6-4478-851A-16E5AD61BFDD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D6B03-4F24-4C6B-B066-B79B961976E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A276B-07B4-43CC-8986-08620E6EE4F6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Difficulty maintaining clean project history</a:t>
          </a:r>
        </a:p>
      </dsp:txBody>
      <dsp:txXfrm>
        <a:off x="1129902" y="2450269"/>
        <a:ext cx="3596298" cy="978270"/>
      </dsp:txXfrm>
    </dsp:sp>
    <dsp:sp modelId="{553D6603-501F-4679-B0A9-29AED46BC371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FEF54-E1D7-4EBC-9B15-A9675450205A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F17AF-BE21-4BD1-9A16-46997FDFE3FA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Lack of automation in enforcing Git standards</a:t>
          </a:r>
        </a:p>
      </dsp:txBody>
      <dsp:txXfrm>
        <a:off x="1129902" y="3673107"/>
        <a:ext cx="3596298" cy="978270"/>
      </dsp:txXfrm>
    </dsp:sp>
    <dsp:sp modelId="{C02DCC5F-51B0-4905-AD5D-DF83B8ABC247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ECE76-436B-488A-A1C4-F83FF6E6054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69C2D-C0DE-4568-BAC9-4822CE601C0F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Result: Reduced maintainability and harder debugging</a:t>
          </a:r>
        </a:p>
      </dsp:txBody>
      <dsp:txXfrm>
        <a:off x="1129902" y="4895945"/>
        <a:ext cx="35962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3E3F8-3977-4451-993B-CE3A3AAD9584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492E7-D215-48E3-A914-C252CE7F794D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506A5-2CF6-4B72-9DD2-1F46EB0C64A3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Automated Git Workflow Enforcer</a:t>
          </a:r>
        </a:p>
      </dsp:txBody>
      <dsp:txXfrm>
        <a:off x="935949" y="1901"/>
        <a:ext cx="3790251" cy="810345"/>
      </dsp:txXfrm>
    </dsp:sp>
    <dsp:sp modelId="{416420BA-6CD2-4C2D-9D36-F2F742A1FB9B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99D1F-A2E8-414B-AA1E-B2CDC5A54D23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914F0-40CE-486F-9C48-EFCD0E8EBD4B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Python-based CLI tool</a:t>
          </a:r>
        </a:p>
      </dsp:txBody>
      <dsp:txXfrm>
        <a:off x="935949" y="1014833"/>
        <a:ext cx="3790251" cy="810345"/>
      </dsp:txXfrm>
    </dsp:sp>
    <dsp:sp modelId="{FA129358-02E7-4F2A-BA8A-FFAC72C80A55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B729C-0008-4C2D-8106-165A750825B2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8935A-5387-480C-94D1-223639D31FD8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Validates branch names</a:t>
          </a:r>
        </a:p>
      </dsp:txBody>
      <dsp:txXfrm>
        <a:off x="935949" y="2027765"/>
        <a:ext cx="3790251" cy="810345"/>
      </dsp:txXfrm>
    </dsp:sp>
    <dsp:sp modelId="{83397174-319C-4CAE-8E7F-426DCEE8A655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C8A91-D170-4B64-AA98-F754E9559D37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C3EB7-E1DA-4F3F-829F-32A0925E986A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Validates commit messages</a:t>
          </a:r>
        </a:p>
      </dsp:txBody>
      <dsp:txXfrm>
        <a:off x="935949" y="3040697"/>
        <a:ext cx="3790251" cy="810345"/>
      </dsp:txXfrm>
    </dsp:sp>
    <dsp:sp modelId="{051E9CF7-2CAB-4837-ACF5-D899730838DF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3E30B-B945-4799-85A1-E354A81C7261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67F24-484A-4459-BDF9-882E567166E0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Integrates with Git hooks</a:t>
          </a:r>
        </a:p>
      </dsp:txBody>
      <dsp:txXfrm>
        <a:off x="935949" y="4053629"/>
        <a:ext cx="3790251" cy="810345"/>
      </dsp:txXfrm>
    </dsp:sp>
    <dsp:sp modelId="{D477EA15-9A05-433C-A5D8-3F1BA0C6E63D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BFA90-A457-4296-B00B-D7CB7BA8D55F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9D941-174E-4538-8A8F-49709921FC2A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Supports CI/CD pipelines</a:t>
          </a:r>
        </a:p>
      </dsp:txBody>
      <dsp:txXfrm>
        <a:off x="935949" y="5066561"/>
        <a:ext cx="3790251" cy="810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51980-712B-4DBD-9310-D3C7A7EB897C}">
      <dsp:nvSpPr>
        <dsp:cNvPr id="0" name=""/>
        <dsp:cNvSpPr/>
      </dsp:nvSpPr>
      <dsp:spPr>
        <a:xfrm>
          <a:off x="0" y="502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54E6E-2B3E-4EEB-914B-F58461775212}">
      <dsp:nvSpPr>
        <dsp:cNvPr id="0" name=""/>
        <dsp:cNvSpPr/>
      </dsp:nvSpPr>
      <dsp:spPr>
        <a:xfrm>
          <a:off x="209180" y="156091"/>
          <a:ext cx="380328" cy="3803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72DC7-B4A1-4B01-AFC9-B0D3D412EF37}">
      <dsp:nvSpPr>
        <dsp:cNvPr id="0" name=""/>
        <dsp:cNvSpPr/>
      </dsp:nvSpPr>
      <dsp:spPr>
        <a:xfrm>
          <a:off x="798689" y="502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Branch name validation using defined patterns</a:t>
          </a:r>
        </a:p>
      </dsp:txBody>
      <dsp:txXfrm>
        <a:off x="798689" y="502"/>
        <a:ext cx="3927511" cy="691506"/>
      </dsp:txXfrm>
    </dsp:sp>
    <dsp:sp modelId="{A93E5623-7224-4D45-BF44-F4967891F116}">
      <dsp:nvSpPr>
        <dsp:cNvPr id="0" name=""/>
        <dsp:cNvSpPr/>
      </dsp:nvSpPr>
      <dsp:spPr>
        <a:xfrm>
          <a:off x="0" y="864885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A230C-7626-40F7-BC2E-C9E548246622}">
      <dsp:nvSpPr>
        <dsp:cNvPr id="0" name=""/>
        <dsp:cNvSpPr/>
      </dsp:nvSpPr>
      <dsp:spPr>
        <a:xfrm>
          <a:off x="209180" y="1020474"/>
          <a:ext cx="380328" cy="3803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E80E0-E9DE-4FAE-831B-2FA3C727E954}">
      <dsp:nvSpPr>
        <dsp:cNvPr id="0" name=""/>
        <dsp:cNvSpPr/>
      </dsp:nvSpPr>
      <dsp:spPr>
        <a:xfrm>
          <a:off x="798689" y="864885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Commit message validation using Conventional Commits</a:t>
          </a:r>
        </a:p>
      </dsp:txBody>
      <dsp:txXfrm>
        <a:off x="798689" y="864885"/>
        <a:ext cx="3927511" cy="691506"/>
      </dsp:txXfrm>
    </dsp:sp>
    <dsp:sp modelId="{ADFEBEA3-CB51-442F-8776-4486CF084EA6}">
      <dsp:nvSpPr>
        <dsp:cNvPr id="0" name=""/>
        <dsp:cNvSpPr/>
      </dsp:nvSpPr>
      <dsp:spPr>
        <a:xfrm>
          <a:off x="0" y="1729268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A678D-B745-47F1-9665-5102E3B59C4B}">
      <dsp:nvSpPr>
        <dsp:cNvPr id="0" name=""/>
        <dsp:cNvSpPr/>
      </dsp:nvSpPr>
      <dsp:spPr>
        <a:xfrm>
          <a:off x="209180" y="1884857"/>
          <a:ext cx="380328" cy="3803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C4D5A-BF65-42D6-BD5A-E8DAB62319EF}">
      <dsp:nvSpPr>
        <dsp:cNvPr id="0" name=""/>
        <dsp:cNvSpPr/>
      </dsp:nvSpPr>
      <dsp:spPr>
        <a:xfrm>
          <a:off x="798689" y="1729268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Configurable rules using JSON</a:t>
          </a:r>
        </a:p>
      </dsp:txBody>
      <dsp:txXfrm>
        <a:off x="798689" y="1729268"/>
        <a:ext cx="3927511" cy="691506"/>
      </dsp:txXfrm>
    </dsp:sp>
    <dsp:sp modelId="{7F2DA56C-E91D-4876-A37A-AF643BE4F97B}">
      <dsp:nvSpPr>
        <dsp:cNvPr id="0" name=""/>
        <dsp:cNvSpPr/>
      </dsp:nvSpPr>
      <dsp:spPr>
        <a:xfrm>
          <a:off x="0" y="2593651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1104D-B40F-43A1-878F-00F2B1CB4862}">
      <dsp:nvSpPr>
        <dsp:cNvPr id="0" name=""/>
        <dsp:cNvSpPr/>
      </dsp:nvSpPr>
      <dsp:spPr>
        <a:xfrm>
          <a:off x="209180" y="2749240"/>
          <a:ext cx="380328" cy="3803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5699C-6FF9-4E02-A05C-C164FDDD4BF7}">
      <dsp:nvSpPr>
        <dsp:cNvPr id="0" name=""/>
        <dsp:cNvSpPr/>
      </dsp:nvSpPr>
      <dsp:spPr>
        <a:xfrm>
          <a:off x="798689" y="2593651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CLI interface using </a:t>
          </a:r>
          <a:r>
            <a:rPr lang="en-US" sz="1600" kern="1200" dirty="0" err="1"/>
            <a:t>argparse</a:t>
          </a:r>
          <a:endParaRPr lang="en-US" sz="1600" kern="1200" dirty="0"/>
        </a:p>
      </dsp:txBody>
      <dsp:txXfrm>
        <a:off x="798689" y="2593651"/>
        <a:ext cx="3927511" cy="691506"/>
      </dsp:txXfrm>
    </dsp:sp>
    <dsp:sp modelId="{2648E53B-3C95-4AF0-89E5-38C50BDFD3A6}">
      <dsp:nvSpPr>
        <dsp:cNvPr id="0" name=""/>
        <dsp:cNvSpPr/>
      </dsp:nvSpPr>
      <dsp:spPr>
        <a:xfrm>
          <a:off x="0" y="3458034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29B9F-E6EB-4198-AEE4-FDB32DE2CAAD}">
      <dsp:nvSpPr>
        <dsp:cNvPr id="0" name=""/>
        <dsp:cNvSpPr/>
      </dsp:nvSpPr>
      <dsp:spPr>
        <a:xfrm>
          <a:off x="209180" y="3613623"/>
          <a:ext cx="380328" cy="3803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23998-CBED-42B2-8E08-0B7294A75B7F}">
      <dsp:nvSpPr>
        <dsp:cNvPr id="0" name=""/>
        <dsp:cNvSpPr/>
      </dsp:nvSpPr>
      <dsp:spPr>
        <a:xfrm>
          <a:off x="798689" y="3458034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Structured logging</a:t>
          </a:r>
        </a:p>
      </dsp:txBody>
      <dsp:txXfrm>
        <a:off x="798689" y="3458034"/>
        <a:ext cx="3927511" cy="691506"/>
      </dsp:txXfrm>
    </dsp:sp>
    <dsp:sp modelId="{08E304E7-ABF1-4971-AC8D-1D7E07BBCBFA}">
      <dsp:nvSpPr>
        <dsp:cNvPr id="0" name=""/>
        <dsp:cNvSpPr/>
      </dsp:nvSpPr>
      <dsp:spPr>
        <a:xfrm>
          <a:off x="0" y="4322417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0118A-0A26-46E8-8F18-1B906257F8D4}">
      <dsp:nvSpPr>
        <dsp:cNvPr id="0" name=""/>
        <dsp:cNvSpPr/>
      </dsp:nvSpPr>
      <dsp:spPr>
        <a:xfrm>
          <a:off x="209180" y="4478006"/>
          <a:ext cx="380328" cy="3803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578EC-D3AE-4701-BC6F-1B5923DFD4A8}">
      <dsp:nvSpPr>
        <dsp:cNvPr id="0" name=""/>
        <dsp:cNvSpPr/>
      </dsp:nvSpPr>
      <dsp:spPr>
        <a:xfrm>
          <a:off x="798689" y="4322417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CI/CD compatible exit codes</a:t>
          </a:r>
        </a:p>
      </dsp:txBody>
      <dsp:txXfrm>
        <a:off x="798689" y="4322417"/>
        <a:ext cx="3927511" cy="691506"/>
      </dsp:txXfrm>
    </dsp:sp>
    <dsp:sp modelId="{90D512BB-31A6-4973-AB95-1022547A9095}">
      <dsp:nvSpPr>
        <dsp:cNvPr id="0" name=""/>
        <dsp:cNvSpPr/>
      </dsp:nvSpPr>
      <dsp:spPr>
        <a:xfrm>
          <a:off x="0" y="5186800"/>
          <a:ext cx="47262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2EA3C-96E8-410E-B1F8-1023059275E6}">
      <dsp:nvSpPr>
        <dsp:cNvPr id="0" name=""/>
        <dsp:cNvSpPr/>
      </dsp:nvSpPr>
      <dsp:spPr>
        <a:xfrm>
          <a:off x="209180" y="5342389"/>
          <a:ext cx="380328" cy="3803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4AD53-5037-450F-847D-568696EAA455}">
      <dsp:nvSpPr>
        <dsp:cNvPr id="0" name=""/>
        <dsp:cNvSpPr/>
      </dsp:nvSpPr>
      <dsp:spPr>
        <a:xfrm>
          <a:off x="798689" y="5186800"/>
          <a:ext cx="39275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Modular and extensible design</a:t>
          </a:r>
        </a:p>
      </dsp:txBody>
      <dsp:txXfrm>
        <a:off x="798689" y="5186800"/>
        <a:ext cx="3927511" cy="6915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F7CFC-B4EB-4C28-99A5-3CDD0E2D9E3F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Developer creates a branch or commit</a:t>
          </a:r>
        </a:p>
      </dsp:txBody>
      <dsp:txXfrm>
        <a:off x="0" y="431616"/>
        <a:ext cx="2561209" cy="1536725"/>
      </dsp:txXfrm>
    </dsp:sp>
    <dsp:sp modelId="{056B96D5-BA29-43BA-8BE8-8EB92F7DB7CC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Git hook triggers validation script</a:t>
          </a:r>
        </a:p>
      </dsp:txBody>
      <dsp:txXfrm>
        <a:off x="2817330" y="431616"/>
        <a:ext cx="2561209" cy="1536725"/>
      </dsp:txXfrm>
    </dsp:sp>
    <dsp:sp modelId="{5FB65D63-58F1-490B-81EA-E5231D2F5F3B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 Tool checks branch name pattern</a:t>
          </a:r>
        </a:p>
      </dsp:txBody>
      <dsp:txXfrm>
        <a:off x="5634661" y="431616"/>
        <a:ext cx="2561209" cy="1536725"/>
      </dsp:txXfrm>
    </dsp:sp>
    <dsp:sp modelId="{827F121F-FB30-46E1-82CB-860A1CC00FE5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Tool checks commit message format</a:t>
          </a:r>
        </a:p>
      </dsp:txBody>
      <dsp:txXfrm>
        <a:off x="0" y="2224462"/>
        <a:ext cx="2561209" cy="1536725"/>
      </dsp:txXfrm>
    </dsp:sp>
    <dsp:sp modelId="{6E26E937-FF68-4DA1-A637-469C6C128FCF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5. Valid commit proceeds</a:t>
          </a:r>
        </a:p>
      </dsp:txBody>
      <dsp:txXfrm>
        <a:off x="2817330" y="2224462"/>
        <a:ext cx="2561209" cy="1536725"/>
      </dsp:txXfrm>
    </dsp:sp>
    <dsp:sp modelId="{FD9C5D36-BEAA-4EEE-A20F-7EBDD5B18B44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6. Invalid commit is rejected with error</a:t>
          </a:r>
        </a:p>
      </dsp:txBody>
      <dsp:txXfrm>
        <a:off x="5634661" y="22244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0C20C-2548-4CB3-9BFE-C2DEDE5A0A5B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51D2C-986C-4186-8454-DD407AF9D9BF}">
      <dsp:nvSpPr>
        <dsp:cNvPr id="0" name=""/>
        <dsp:cNvSpPr/>
      </dsp:nvSpPr>
      <dsp:spPr>
        <a:xfrm>
          <a:off x="0" y="717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Benefits:</a:t>
          </a:r>
        </a:p>
      </dsp:txBody>
      <dsp:txXfrm>
        <a:off x="0" y="717"/>
        <a:ext cx="4726201" cy="653041"/>
      </dsp:txXfrm>
    </dsp:sp>
    <dsp:sp modelId="{D5DB58DD-8044-4AB5-89F8-3667F2531B1E}">
      <dsp:nvSpPr>
        <dsp:cNvPr id="0" name=""/>
        <dsp:cNvSpPr/>
      </dsp:nvSpPr>
      <dsp:spPr>
        <a:xfrm>
          <a:off x="0" y="653759"/>
          <a:ext cx="4726201" cy="0"/>
        </a:xfrm>
        <a:prstGeom prst="line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accent2">
              <a:hueOff val="585190"/>
              <a:satOff val="-730"/>
              <a:lumOff val="1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F4359-5111-4A4A-8136-08FA511D5A72}">
      <dsp:nvSpPr>
        <dsp:cNvPr id="0" name=""/>
        <dsp:cNvSpPr/>
      </dsp:nvSpPr>
      <dsp:spPr>
        <a:xfrm>
          <a:off x="0" y="653759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• </a:t>
          </a:r>
          <a:r>
            <a:rPr lang="en-US" sz="2300" kern="1200"/>
            <a:t>Enforces consistent Git workflow</a:t>
          </a:r>
        </a:p>
      </dsp:txBody>
      <dsp:txXfrm>
        <a:off x="0" y="653759"/>
        <a:ext cx="4726201" cy="653041"/>
      </dsp:txXfrm>
    </dsp:sp>
    <dsp:sp modelId="{24981BE0-B960-4BB4-A286-C0967C28D1B2}">
      <dsp:nvSpPr>
        <dsp:cNvPr id="0" name=""/>
        <dsp:cNvSpPr/>
      </dsp:nvSpPr>
      <dsp:spPr>
        <a:xfrm>
          <a:off x="0" y="1306800"/>
          <a:ext cx="4726201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1706B-5399-4FD3-A65B-49C1151E3169}">
      <dsp:nvSpPr>
        <dsp:cNvPr id="0" name=""/>
        <dsp:cNvSpPr/>
      </dsp:nvSpPr>
      <dsp:spPr>
        <a:xfrm>
          <a:off x="0" y="1306800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Improves project history readability</a:t>
          </a:r>
        </a:p>
      </dsp:txBody>
      <dsp:txXfrm>
        <a:off x="0" y="1306800"/>
        <a:ext cx="4726201" cy="653041"/>
      </dsp:txXfrm>
    </dsp:sp>
    <dsp:sp modelId="{6F3BBC6F-C6D0-4146-B87C-27993050383F}">
      <dsp:nvSpPr>
        <dsp:cNvPr id="0" name=""/>
        <dsp:cNvSpPr/>
      </dsp:nvSpPr>
      <dsp:spPr>
        <a:xfrm>
          <a:off x="0" y="1959842"/>
          <a:ext cx="4726201" cy="0"/>
        </a:xfrm>
        <a:prstGeom prst="line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accent2">
              <a:hueOff val="1755570"/>
              <a:satOff val="-2190"/>
              <a:lumOff val="5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F38D6-AC1D-4D80-AB12-36F6D5C0BEB9}">
      <dsp:nvSpPr>
        <dsp:cNvPr id="0" name=""/>
        <dsp:cNvSpPr/>
      </dsp:nvSpPr>
      <dsp:spPr>
        <a:xfrm>
          <a:off x="0" y="1959842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Prevents poor commit practices</a:t>
          </a:r>
        </a:p>
      </dsp:txBody>
      <dsp:txXfrm>
        <a:off x="0" y="1959842"/>
        <a:ext cx="4726201" cy="653041"/>
      </dsp:txXfrm>
    </dsp:sp>
    <dsp:sp modelId="{4F2A9F78-CB5D-4510-8D10-C02F03B857E8}">
      <dsp:nvSpPr>
        <dsp:cNvPr id="0" name=""/>
        <dsp:cNvSpPr/>
      </dsp:nvSpPr>
      <dsp:spPr>
        <a:xfrm>
          <a:off x="0" y="2612883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05DAB-7F37-44EC-B3B3-FB10B54292EF}">
      <dsp:nvSpPr>
        <dsp:cNvPr id="0" name=""/>
        <dsp:cNvSpPr/>
      </dsp:nvSpPr>
      <dsp:spPr>
        <a:xfrm>
          <a:off x="0" y="2612883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Easy integration with CI/CD</a:t>
          </a:r>
        </a:p>
      </dsp:txBody>
      <dsp:txXfrm>
        <a:off x="0" y="2612883"/>
        <a:ext cx="4726201" cy="653041"/>
      </dsp:txXfrm>
    </dsp:sp>
    <dsp:sp modelId="{607B2419-BEF4-4235-A5D1-96E378897858}">
      <dsp:nvSpPr>
        <dsp:cNvPr id="0" name=""/>
        <dsp:cNvSpPr/>
      </dsp:nvSpPr>
      <dsp:spPr>
        <a:xfrm>
          <a:off x="0" y="3265925"/>
          <a:ext cx="4726201" cy="0"/>
        </a:xfrm>
        <a:prstGeom prst="line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accent2">
              <a:hueOff val="2925949"/>
              <a:satOff val="-3649"/>
              <a:lumOff val="8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B27F8-2B34-4C76-B2C4-E9E127ADE672}">
      <dsp:nvSpPr>
        <dsp:cNvPr id="0" name=""/>
        <dsp:cNvSpPr/>
      </dsp:nvSpPr>
      <dsp:spPr>
        <a:xfrm>
          <a:off x="0" y="3265925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Applications:</a:t>
          </a:r>
        </a:p>
      </dsp:txBody>
      <dsp:txXfrm>
        <a:off x="0" y="3265925"/>
        <a:ext cx="4726201" cy="653041"/>
      </dsp:txXfrm>
    </dsp:sp>
    <dsp:sp modelId="{BCA8DC99-DBC5-43DC-A830-F9B549EC3921}">
      <dsp:nvSpPr>
        <dsp:cNvPr id="0" name=""/>
        <dsp:cNvSpPr/>
      </dsp:nvSpPr>
      <dsp:spPr>
        <a:xfrm>
          <a:off x="0" y="3918966"/>
          <a:ext cx="4726201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87B79-7C35-416C-B52A-C3D7375C9F3D}">
      <dsp:nvSpPr>
        <dsp:cNvPr id="0" name=""/>
        <dsp:cNvSpPr/>
      </dsp:nvSpPr>
      <dsp:spPr>
        <a:xfrm>
          <a:off x="0" y="3918966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DevOps teams</a:t>
          </a:r>
        </a:p>
      </dsp:txBody>
      <dsp:txXfrm>
        <a:off x="0" y="3918966"/>
        <a:ext cx="4726201" cy="653041"/>
      </dsp:txXfrm>
    </dsp:sp>
    <dsp:sp modelId="{4D6D84A4-8A6A-4EBF-8541-BFA323C49B10}">
      <dsp:nvSpPr>
        <dsp:cNvPr id="0" name=""/>
        <dsp:cNvSpPr/>
      </dsp:nvSpPr>
      <dsp:spPr>
        <a:xfrm>
          <a:off x="0" y="4572008"/>
          <a:ext cx="4726201" cy="0"/>
        </a:xfrm>
        <a:prstGeom prst="line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accent2">
              <a:hueOff val="4096329"/>
              <a:satOff val="-5109"/>
              <a:lumOff val="12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471E9-39E5-4489-99A7-0339EBD0BC9A}">
      <dsp:nvSpPr>
        <dsp:cNvPr id="0" name=""/>
        <dsp:cNvSpPr/>
      </dsp:nvSpPr>
      <dsp:spPr>
        <a:xfrm>
          <a:off x="0" y="4572008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Open-source projects</a:t>
          </a:r>
        </a:p>
      </dsp:txBody>
      <dsp:txXfrm>
        <a:off x="0" y="4572008"/>
        <a:ext cx="4726201" cy="653041"/>
      </dsp:txXfrm>
    </dsp:sp>
    <dsp:sp modelId="{63E374F4-2C42-44BC-98C8-C391DBE90560}">
      <dsp:nvSpPr>
        <dsp:cNvPr id="0" name=""/>
        <dsp:cNvSpPr/>
      </dsp:nvSpPr>
      <dsp:spPr>
        <a:xfrm>
          <a:off x="0" y="5225049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AF5CE-98DF-44AA-9310-F07B9EC59BCD}">
      <dsp:nvSpPr>
        <dsp:cNvPr id="0" name=""/>
        <dsp:cNvSpPr/>
      </dsp:nvSpPr>
      <dsp:spPr>
        <a:xfrm>
          <a:off x="0" y="5225049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Large collaborative repositories</a:t>
          </a:r>
        </a:p>
      </dsp:txBody>
      <dsp:txXfrm>
        <a:off x="0" y="5225049"/>
        <a:ext cx="4726201" cy="653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212" y="1326724"/>
            <a:ext cx="3985902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/>
              <a:t>Automated Git Workflow Enforcer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12" y="2433494"/>
            <a:ext cx="3985907" cy="2881456"/>
          </a:xfrm>
        </p:spPr>
        <p:txBody>
          <a:bodyPr anchor="t">
            <a:normAutofit/>
          </a:bodyPr>
          <a:lstStyle/>
          <a:p>
            <a:r>
              <a:rPr lang="en-IN" sz="1350" dirty="0"/>
              <a:t>A Python CLI Tool for Enforcing Git Workflow Standards</a:t>
            </a:r>
          </a:p>
          <a:p>
            <a:endParaRPr lang="en-IN" sz="1350" dirty="0"/>
          </a:p>
          <a:p>
            <a:r>
              <a:rPr lang="en-IN" sz="1350" dirty="0"/>
              <a:t>Presented by: Reetikesh Choudhury</a:t>
            </a:r>
          </a:p>
          <a:p>
            <a:r>
              <a:rPr lang="en-IN" sz="1350" dirty="0"/>
              <a:t>Computer Science Engineering</a:t>
            </a:r>
          </a:p>
          <a:p>
            <a:r>
              <a:rPr lang="en-IN" sz="1350" dirty="0"/>
              <a:t>Manipal University Jaipur</a:t>
            </a:r>
          </a:p>
          <a:p>
            <a:endParaRPr lang="en-IN" sz="1350" dirty="0"/>
          </a:p>
          <a:p>
            <a:r>
              <a:rPr lang="en-IN" sz="1350" dirty="0"/>
              <a:t>Technologies: Python, Git, CLI, JSON, DevOps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C416D2DD-FF92-DAAC-84E4-C5BC19853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chemeClr val="bg1"/>
                </a:solidFill>
              </a:rPr>
              <a:t>Problem Statement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09B276-4235-6478-AC6A-7B3ED7A42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13381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Proposed Solution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7483D-B96A-A6DC-A399-EABE3B411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97350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Key Features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1D0B67-0558-5166-5B6D-2C7413FC9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33316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B27D4D-E9DC-E820-471F-BC8DE7D6F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2666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chemeClr val="bg1"/>
                </a:solidFill>
              </a:rPr>
              <a:t>Benefits &amp; Applications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1F9A86-7AD2-F431-9613-95BF4AA920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67706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22F343-1A2F-45B3-BBBF-E1C2EB7D237B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204</Words>
  <Application>Microsoft Office PowerPoint</Application>
  <PresentationFormat>On-screen Show (4:3)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Automated Git Workflow Enforcer</vt:lpstr>
      <vt:lpstr>Problem Statement</vt:lpstr>
      <vt:lpstr>Proposed Solution</vt:lpstr>
      <vt:lpstr>Key Features</vt:lpstr>
      <vt:lpstr>Workflow</vt:lpstr>
      <vt:lpstr>Benefits &amp;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Reetikesh Choudhury</cp:lastModifiedBy>
  <cp:revision>2</cp:revision>
  <dcterms:created xsi:type="dcterms:W3CDTF">2013-01-27T09:14:16Z</dcterms:created>
  <dcterms:modified xsi:type="dcterms:W3CDTF">2026-03-11T09:56:45Z</dcterms:modified>
  <cp:category/>
</cp:coreProperties>
</file>